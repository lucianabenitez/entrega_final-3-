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4"/>
  </p:sldMasterIdLst>
  <p:notesMasterIdLst>
    <p:notesMasterId r:id="rId26"/>
  </p:notesMasterIdLst>
  <p:handoutMasterIdLst>
    <p:handoutMasterId r:id="rId27"/>
  </p:handoutMasterIdLst>
  <p:sldIdLst>
    <p:sldId id="335" r:id="rId5"/>
    <p:sldId id="351" r:id="rId6"/>
    <p:sldId id="355" r:id="rId7"/>
    <p:sldId id="356" r:id="rId8"/>
    <p:sldId id="372" r:id="rId9"/>
    <p:sldId id="357" r:id="rId10"/>
    <p:sldId id="365" r:id="rId11"/>
    <p:sldId id="366" r:id="rId12"/>
    <p:sldId id="369" r:id="rId13"/>
    <p:sldId id="358" r:id="rId14"/>
    <p:sldId id="370" r:id="rId15"/>
    <p:sldId id="359" r:id="rId16"/>
    <p:sldId id="373" r:id="rId17"/>
    <p:sldId id="360" r:id="rId18"/>
    <p:sldId id="361" r:id="rId19"/>
    <p:sldId id="371" r:id="rId20"/>
    <p:sldId id="374" r:id="rId21"/>
    <p:sldId id="362" r:id="rId22"/>
    <p:sldId id="363" r:id="rId23"/>
    <p:sldId id="364" r:id="rId24"/>
    <p:sldId id="368" r:id="rId25"/>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72"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D4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FE839B-9249-4BD1-96AA-B899322C1885}" v="99" dt="2026-06-24T03:37:45.4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226" autoAdjust="0"/>
  </p:normalViewPr>
  <p:slideViewPr>
    <p:cSldViewPr snapToGrid="0">
      <p:cViewPr varScale="1">
        <p:scale>
          <a:sx n="78" d="100"/>
          <a:sy n="78" d="100"/>
        </p:scale>
        <p:origin x="154" y="72"/>
      </p:cViewPr>
      <p:guideLst>
        <p:guide orient="horz" pos="3672"/>
        <p:guide pos="3840"/>
      </p:guideLst>
    </p:cSldViewPr>
  </p:slideViewPr>
  <p:outlineViewPr>
    <p:cViewPr>
      <p:scale>
        <a:sx n="33" d="100"/>
        <a:sy n="33" d="100"/>
      </p:scale>
      <p:origin x="0" y="-106"/>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6" d="100"/>
          <a:sy n="96" d="100"/>
        </p:scale>
        <p:origin x="2892"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yla pajello fiocchi" userId="26168b5a7ad77490" providerId="LiveId" clId="{AC86C890-34C8-43EF-AB96-8174C0338C80}"/>
    <pc:docChg chg="undo redo custSel addSld delSld modSld sldOrd">
      <pc:chgData name="nayla pajello fiocchi" userId="26168b5a7ad77490" providerId="LiveId" clId="{AC86C890-34C8-43EF-AB96-8174C0338C80}" dt="2026-06-24T03:39:31.774" v="1607" actId="255"/>
      <pc:docMkLst>
        <pc:docMk/>
      </pc:docMkLst>
      <pc:sldChg chg="del">
        <pc:chgData name="nayla pajello fiocchi" userId="26168b5a7ad77490" providerId="LiveId" clId="{AC86C890-34C8-43EF-AB96-8174C0338C80}" dt="2026-06-24T02:13:37.131" v="1006" actId="2696"/>
        <pc:sldMkLst>
          <pc:docMk/>
          <pc:sldMk cId="3622761875" sldId="321"/>
        </pc:sldMkLst>
      </pc:sldChg>
      <pc:sldChg chg="del">
        <pc:chgData name="nayla pajello fiocchi" userId="26168b5a7ad77490" providerId="LiveId" clId="{AC86C890-34C8-43EF-AB96-8174C0338C80}" dt="2026-06-24T02:13:34.101" v="1005" actId="2696"/>
        <pc:sldMkLst>
          <pc:docMk/>
          <pc:sldMk cId="2351439976" sldId="347"/>
        </pc:sldMkLst>
      </pc:sldChg>
      <pc:sldChg chg="modSp mod">
        <pc:chgData name="nayla pajello fiocchi" userId="26168b5a7ad77490" providerId="LiveId" clId="{AC86C890-34C8-43EF-AB96-8174C0338C80}" dt="2026-06-24T01:38:16.552" v="436" actId="255"/>
        <pc:sldMkLst>
          <pc:docMk/>
          <pc:sldMk cId="3378075517" sldId="355"/>
        </pc:sldMkLst>
        <pc:spChg chg="mod">
          <ac:chgData name="nayla pajello fiocchi" userId="26168b5a7ad77490" providerId="LiveId" clId="{AC86C890-34C8-43EF-AB96-8174C0338C80}" dt="2026-06-24T01:38:16.552" v="436" actId="255"/>
          <ac:spMkLst>
            <pc:docMk/>
            <pc:sldMk cId="3378075517" sldId="355"/>
            <ac:spMk id="2" creationId="{A88275AC-6707-CD8A-F40A-8CF55737F45F}"/>
          </ac:spMkLst>
        </pc:spChg>
      </pc:sldChg>
      <pc:sldChg chg="modSp mod">
        <pc:chgData name="nayla pajello fiocchi" userId="26168b5a7ad77490" providerId="LiveId" clId="{AC86C890-34C8-43EF-AB96-8174C0338C80}" dt="2026-06-24T02:52:56.722" v="1404" actId="20577"/>
        <pc:sldMkLst>
          <pc:docMk/>
          <pc:sldMk cId="1892449862" sldId="357"/>
        </pc:sldMkLst>
        <pc:spChg chg="mod">
          <ac:chgData name="nayla pajello fiocchi" userId="26168b5a7ad77490" providerId="LiveId" clId="{AC86C890-34C8-43EF-AB96-8174C0338C80}" dt="2026-06-24T02:52:56.722" v="1404" actId="20577"/>
          <ac:spMkLst>
            <pc:docMk/>
            <pc:sldMk cId="1892449862" sldId="357"/>
            <ac:spMk id="2" creationId="{B4FCB8FB-B3F5-24CB-86FD-3846FD0BBABA}"/>
          </ac:spMkLst>
        </pc:spChg>
      </pc:sldChg>
      <pc:sldChg chg="modSp mod">
        <pc:chgData name="nayla pajello fiocchi" userId="26168b5a7ad77490" providerId="LiveId" clId="{AC86C890-34C8-43EF-AB96-8174C0338C80}" dt="2026-06-24T02:53:43.134" v="1419" actId="20577"/>
        <pc:sldMkLst>
          <pc:docMk/>
          <pc:sldMk cId="2912040796" sldId="358"/>
        </pc:sldMkLst>
        <pc:spChg chg="mod">
          <ac:chgData name="nayla pajello fiocchi" userId="26168b5a7ad77490" providerId="LiveId" clId="{AC86C890-34C8-43EF-AB96-8174C0338C80}" dt="2026-06-24T02:53:43.134" v="1419" actId="20577"/>
          <ac:spMkLst>
            <pc:docMk/>
            <pc:sldMk cId="2912040796" sldId="358"/>
            <ac:spMk id="2" creationId="{35B6D0C6-28BE-41A7-E6A7-2261D8C0A801}"/>
          </ac:spMkLst>
        </pc:spChg>
      </pc:sldChg>
      <pc:sldChg chg="modSp mod">
        <pc:chgData name="nayla pajello fiocchi" userId="26168b5a7ad77490" providerId="LiveId" clId="{AC86C890-34C8-43EF-AB96-8174C0338C80}" dt="2026-06-24T02:54:13.380" v="1425" actId="20577"/>
        <pc:sldMkLst>
          <pc:docMk/>
          <pc:sldMk cId="398931512" sldId="359"/>
        </pc:sldMkLst>
        <pc:spChg chg="mod">
          <ac:chgData name="nayla pajello fiocchi" userId="26168b5a7ad77490" providerId="LiveId" clId="{AC86C890-34C8-43EF-AB96-8174C0338C80}" dt="2026-06-24T02:54:13.380" v="1425" actId="20577"/>
          <ac:spMkLst>
            <pc:docMk/>
            <pc:sldMk cId="398931512" sldId="359"/>
            <ac:spMk id="2" creationId="{B707658A-9738-D6EE-B31E-F8A758659D82}"/>
          </ac:spMkLst>
        </pc:spChg>
      </pc:sldChg>
      <pc:sldChg chg="modSp mod">
        <pc:chgData name="nayla pajello fiocchi" userId="26168b5a7ad77490" providerId="LiveId" clId="{AC86C890-34C8-43EF-AB96-8174C0338C80}" dt="2026-06-24T02:54:08.290" v="1424" actId="20577"/>
        <pc:sldMkLst>
          <pc:docMk/>
          <pc:sldMk cId="4123522139" sldId="360"/>
        </pc:sldMkLst>
        <pc:spChg chg="mod">
          <ac:chgData name="nayla pajello fiocchi" userId="26168b5a7ad77490" providerId="LiveId" clId="{AC86C890-34C8-43EF-AB96-8174C0338C80}" dt="2026-06-24T02:54:08.290" v="1424" actId="20577"/>
          <ac:spMkLst>
            <pc:docMk/>
            <pc:sldMk cId="4123522139" sldId="360"/>
            <ac:spMk id="2" creationId="{B4F39AD1-A8B9-20BE-7BD7-175BCB0145E0}"/>
          </ac:spMkLst>
        </pc:spChg>
      </pc:sldChg>
      <pc:sldChg chg="modSp mod ord">
        <pc:chgData name="nayla pajello fiocchi" userId="26168b5a7ad77490" providerId="LiveId" clId="{AC86C890-34C8-43EF-AB96-8174C0338C80}" dt="2026-06-24T02:54:49.577" v="1426" actId="20577"/>
        <pc:sldMkLst>
          <pc:docMk/>
          <pc:sldMk cId="464459434" sldId="361"/>
        </pc:sldMkLst>
        <pc:spChg chg="mod">
          <ac:chgData name="nayla pajello fiocchi" userId="26168b5a7ad77490" providerId="LiveId" clId="{AC86C890-34C8-43EF-AB96-8174C0338C80}" dt="2026-06-24T02:54:49.577" v="1426" actId="20577"/>
          <ac:spMkLst>
            <pc:docMk/>
            <pc:sldMk cId="464459434" sldId="361"/>
            <ac:spMk id="2" creationId="{BBE63D16-7856-F6D7-0A6B-29FCDCD9B23B}"/>
          </ac:spMkLst>
        </pc:spChg>
      </pc:sldChg>
      <pc:sldChg chg="modSp mod">
        <pc:chgData name="nayla pajello fiocchi" userId="26168b5a7ad77490" providerId="LiveId" clId="{AC86C890-34C8-43EF-AB96-8174C0338C80}" dt="2026-06-24T02:55:07.447" v="1430" actId="20577"/>
        <pc:sldMkLst>
          <pc:docMk/>
          <pc:sldMk cId="4097465963" sldId="362"/>
        </pc:sldMkLst>
        <pc:spChg chg="mod">
          <ac:chgData name="nayla pajello fiocchi" userId="26168b5a7ad77490" providerId="LiveId" clId="{AC86C890-34C8-43EF-AB96-8174C0338C80}" dt="2026-06-24T02:55:07.447" v="1430" actId="20577"/>
          <ac:spMkLst>
            <pc:docMk/>
            <pc:sldMk cId="4097465963" sldId="362"/>
            <ac:spMk id="2" creationId="{DFA3FBC5-DFE0-C5DB-D785-A159BAB467DF}"/>
          </ac:spMkLst>
        </pc:spChg>
      </pc:sldChg>
      <pc:sldChg chg="addSp modSp mod setBg modClrScheme chgLayout">
        <pc:chgData name="nayla pajello fiocchi" userId="26168b5a7ad77490" providerId="LiveId" clId="{AC86C890-34C8-43EF-AB96-8174C0338C80}" dt="2026-06-24T03:31:13.040" v="1579" actId="255"/>
        <pc:sldMkLst>
          <pc:docMk/>
          <pc:sldMk cId="3836581442" sldId="363"/>
        </pc:sldMkLst>
        <pc:spChg chg="mod">
          <ac:chgData name="nayla pajello fiocchi" userId="26168b5a7ad77490" providerId="LiveId" clId="{AC86C890-34C8-43EF-AB96-8174C0338C80}" dt="2026-06-24T03:31:13.040" v="1579" actId="255"/>
          <ac:spMkLst>
            <pc:docMk/>
            <pc:sldMk cId="3836581442" sldId="363"/>
            <ac:spMk id="2" creationId="{F2D75273-1117-13E5-800E-60BD82D64BF2}"/>
          </ac:spMkLst>
        </pc:spChg>
        <pc:spChg chg="mod">
          <ac:chgData name="nayla pajello fiocchi" userId="26168b5a7ad77490" providerId="LiveId" clId="{AC86C890-34C8-43EF-AB96-8174C0338C80}" dt="2026-06-24T03:30:33.873" v="1570" actId="2711"/>
          <ac:spMkLst>
            <pc:docMk/>
            <pc:sldMk cId="3836581442" sldId="363"/>
            <ac:spMk id="3" creationId="{F48F7968-B58E-FBDC-1369-203252C40D71}"/>
          </ac:spMkLst>
        </pc:spChg>
        <pc:spChg chg="mod">
          <ac:chgData name="nayla pajello fiocchi" userId="26168b5a7ad77490" providerId="LiveId" clId="{AC86C890-34C8-43EF-AB96-8174C0338C80}" dt="2026-06-24T03:28:41.019" v="1535" actId="26606"/>
          <ac:spMkLst>
            <pc:docMk/>
            <pc:sldMk cId="3836581442" sldId="363"/>
            <ac:spMk id="4" creationId="{51F7D2BA-39CC-372C-CB8F-36AC03D12E02}"/>
          </ac:spMkLst>
        </pc:spChg>
        <pc:spChg chg="mod">
          <ac:chgData name="nayla pajello fiocchi" userId="26168b5a7ad77490" providerId="LiveId" clId="{AC86C890-34C8-43EF-AB96-8174C0338C80}" dt="2026-06-24T03:28:41.019" v="1535" actId="26606"/>
          <ac:spMkLst>
            <pc:docMk/>
            <pc:sldMk cId="3836581442" sldId="363"/>
            <ac:spMk id="6" creationId="{96FC8D60-85A4-37E6-CCEB-0A8D89690084}"/>
          </ac:spMkLst>
        </pc:spChg>
        <pc:spChg chg="add mod">
          <ac:chgData name="nayla pajello fiocchi" userId="26168b5a7ad77490" providerId="LiveId" clId="{AC86C890-34C8-43EF-AB96-8174C0338C80}" dt="2026-06-24T03:29:15.442" v="1554" actId="20577"/>
          <ac:spMkLst>
            <pc:docMk/>
            <pc:sldMk cId="3836581442" sldId="363"/>
            <ac:spMk id="12" creationId="{E9555037-A8E6-708E-1E24-0D3E833BEE83}"/>
          </ac:spMkLst>
        </pc:spChg>
        <pc:picChg chg="add mod ord">
          <ac:chgData name="nayla pajello fiocchi" userId="26168b5a7ad77490" providerId="LiveId" clId="{AC86C890-34C8-43EF-AB96-8174C0338C80}" dt="2026-06-24T03:29:23.246" v="1556" actId="1076"/>
          <ac:picMkLst>
            <pc:docMk/>
            <pc:sldMk cId="3836581442" sldId="363"/>
            <ac:picMk id="7" creationId="{716090CB-93E7-CAB8-135E-630E3C19D555}"/>
          </ac:picMkLst>
        </pc:picChg>
      </pc:sldChg>
      <pc:sldChg chg="modSp mod">
        <pc:chgData name="nayla pajello fiocchi" userId="26168b5a7ad77490" providerId="LiveId" clId="{AC86C890-34C8-43EF-AB96-8174C0338C80}" dt="2026-06-24T03:11:33.720" v="1481" actId="1076"/>
        <pc:sldMkLst>
          <pc:docMk/>
          <pc:sldMk cId="2218205690" sldId="364"/>
        </pc:sldMkLst>
        <pc:spChg chg="mod">
          <ac:chgData name="nayla pajello fiocchi" userId="26168b5a7ad77490" providerId="LiveId" clId="{AC86C890-34C8-43EF-AB96-8174C0338C80}" dt="2026-06-24T03:11:33.720" v="1481" actId="1076"/>
          <ac:spMkLst>
            <pc:docMk/>
            <pc:sldMk cId="2218205690" sldId="364"/>
            <ac:spMk id="2" creationId="{FDC20BFF-E4C4-C85A-1DD5-A95B6793D780}"/>
          </ac:spMkLst>
        </pc:spChg>
      </pc:sldChg>
      <pc:sldChg chg="addSp delSp modSp new mod setBg modClrScheme chgLayout">
        <pc:chgData name="nayla pajello fiocchi" userId="26168b5a7ad77490" providerId="LiveId" clId="{AC86C890-34C8-43EF-AB96-8174C0338C80}" dt="2026-06-24T01:25:28.896" v="92" actId="20577"/>
        <pc:sldMkLst>
          <pc:docMk/>
          <pc:sldMk cId="1339298206" sldId="365"/>
        </pc:sldMkLst>
        <pc:spChg chg="del">
          <ac:chgData name="nayla pajello fiocchi" userId="26168b5a7ad77490" providerId="LiveId" clId="{AC86C890-34C8-43EF-AB96-8174C0338C80}" dt="2026-06-24T01:21:20.167" v="1" actId="700"/>
          <ac:spMkLst>
            <pc:docMk/>
            <pc:sldMk cId="1339298206" sldId="365"/>
            <ac:spMk id="2" creationId="{E2920EA9-2407-9573-BFEB-AF19E5BB25D7}"/>
          </ac:spMkLst>
        </pc:spChg>
        <pc:spChg chg="del mod ord">
          <ac:chgData name="nayla pajello fiocchi" userId="26168b5a7ad77490" providerId="LiveId" clId="{AC86C890-34C8-43EF-AB96-8174C0338C80}" dt="2026-06-24T01:21:20.167" v="1" actId="700"/>
          <ac:spMkLst>
            <pc:docMk/>
            <pc:sldMk cId="1339298206" sldId="365"/>
            <ac:spMk id="3" creationId="{9F76D1B5-209A-6888-C358-C508B266709C}"/>
          </ac:spMkLst>
        </pc:spChg>
        <pc:spChg chg="mod ord">
          <ac:chgData name="nayla pajello fiocchi" userId="26168b5a7ad77490" providerId="LiveId" clId="{AC86C890-34C8-43EF-AB96-8174C0338C80}" dt="2026-06-24T01:23:36.030" v="33" actId="20577"/>
          <ac:spMkLst>
            <pc:docMk/>
            <pc:sldMk cId="1339298206" sldId="365"/>
            <ac:spMk id="4" creationId="{1AEEF61D-2B34-1B1C-C158-580C11FACDF5}"/>
          </ac:spMkLst>
        </pc:spChg>
        <pc:spChg chg="mod ord">
          <ac:chgData name="nayla pajello fiocchi" userId="26168b5a7ad77490" providerId="LiveId" clId="{AC86C890-34C8-43EF-AB96-8174C0338C80}" dt="2026-06-24T01:23:56.473" v="53" actId="20577"/>
          <ac:spMkLst>
            <pc:docMk/>
            <pc:sldMk cId="1339298206" sldId="365"/>
            <ac:spMk id="5" creationId="{CD823C64-F92F-595C-9FC2-32591ADBC6B6}"/>
          </ac:spMkLst>
        </pc:spChg>
        <pc:spChg chg="mod ord">
          <ac:chgData name="nayla pajello fiocchi" userId="26168b5a7ad77490" providerId="LiveId" clId="{AC86C890-34C8-43EF-AB96-8174C0338C80}" dt="2026-06-24T01:21:56.766" v="4" actId="700"/>
          <ac:spMkLst>
            <pc:docMk/>
            <pc:sldMk cId="1339298206" sldId="365"/>
            <ac:spMk id="6" creationId="{4BCD515C-ACE2-DD99-941A-7D0FFC4E38C0}"/>
          </ac:spMkLst>
        </pc:spChg>
        <pc:spChg chg="add del mod ord">
          <ac:chgData name="nayla pajello fiocchi" userId="26168b5a7ad77490" providerId="LiveId" clId="{AC86C890-34C8-43EF-AB96-8174C0338C80}" dt="2026-06-24T01:21:38.354" v="2" actId="700"/>
          <ac:spMkLst>
            <pc:docMk/>
            <pc:sldMk cId="1339298206" sldId="365"/>
            <ac:spMk id="7" creationId="{E2554285-C234-470A-D250-E13F3C62E3F4}"/>
          </ac:spMkLst>
        </pc:spChg>
        <pc:spChg chg="add del mod ord">
          <ac:chgData name="nayla pajello fiocchi" userId="26168b5a7ad77490" providerId="LiveId" clId="{AC86C890-34C8-43EF-AB96-8174C0338C80}" dt="2026-06-24T01:21:38.354" v="2" actId="700"/>
          <ac:spMkLst>
            <pc:docMk/>
            <pc:sldMk cId="1339298206" sldId="365"/>
            <ac:spMk id="8" creationId="{03AB7B2D-2C3A-7E84-BCD0-120CAB3FC20F}"/>
          </ac:spMkLst>
        </pc:spChg>
        <pc:spChg chg="add del mod ord">
          <ac:chgData name="nayla pajello fiocchi" userId="26168b5a7ad77490" providerId="LiveId" clId="{AC86C890-34C8-43EF-AB96-8174C0338C80}" dt="2026-06-24T01:21:45.869" v="3" actId="700"/>
          <ac:spMkLst>
            <pc:docMk/>
            <pc:sldMk cId="1339298206" sldId="365"/>
            <ac:spMk id="11" creationId="{274D0577-CE7B-4610-1D61-80C37793CD8D}"/>
          </ac:spMkLst>
        </pc:spChg>
        <pc:spChg chg="add del mod ord">
          <ac:chgData name="nayla pajello fiocchi" userId="26168b5a7ad77490" providerId="LiveId" clId="{AC86C890-34C8-43EF-AB96-8174C0338C80}" dt="2026-06-24T01:21:45.869" v="3" actId="700"/>
          <ac:spMkLst>
            <pc:docMk/>
            <pc:sldMk cId="1339298206" sldId="365"/>
            <ac:spMk id="12" creationId="{94B2EBD2-37E0-1333-98CA-1329F699FE57}"/>
          </ac:spMkLst>
        </pc:spChg>
        <pc:spChg chg="add del mod ord">
          <ac:chgData name="nayla pajello fiocchi" userId="26168b5a7ad77490" providerId="LiveId" clId="{AC86C890-34C8-43EF-AB96-8174C0338C80}" dt="2026-06-24T01:21:56.766" v="4" actId="700"/>
          <ac:spMkLst>
            <pc:docMk/>
            <pc:sldMk cId="1339298206" sldId="365"/>
            <ac:spMk id="13" creationId="{AEFD175B-AD80-FA96-B440-B59165C6CDA0}"/>
          </ac:spMkLst>
        </pc:spChg>
        <pc:spChg chg="add del mod ord">
          <ac:chgData name="nayla pajello fiocchi" userId="26168b5a7ad77490" providerId="LiveId" clId="{AC86C890-34C8-43EF-AB96-8174C0338C80}" dt="2026-06-24T01:21:56.766" v="4" actId="700"/>
          <ac:spMkLst>
            <pc:docMk/>
            <pc:sldMk cId="1339298206" sldId="365"/>
            <ac:spMk id="14" creationId="{CAA3CD80-7CC7-D5A5-3F63-91E9FFC61EE2}"/>
          </ac:spMkLst>
        </pc:spChg>
        <pc:spChg chg="add mod ord">
          <ac:chgData name="nayla pajello fiocchi" userId="26168b5a7ad77490" providerId="LiveId" clId="{AC86C890-34C8-43EF-AB96-8174C0338C80}" dt="2026-06-24T01:25:28.896" v="92" actId="20577"/>
          <ac:spMkLst>
            <pc:docMk/>
            <pc:sldMk cId="1339298206" sldId="365"/>
            <ac:spMk id="15" creationId="{437CE020-F95F-219E-898F-1DF79177FF1D}"/>
          </ac:spMkLst>
        </pc:spChg>
        <pc:spChg chg="add del mod ord">
          <ac:chgData name="nayla pajello fiocchi" userId="26168b5a7ad77490" providerId="LiveId" clId="{AC86C890-34C8-43EF-AB96-8174C0338C80}" dt="2026-06-24T01:22:04.700" v="5" actId="931"/>
          <ac:spMkLst>
            <pc:docMk/>
            <pc:sldMk cId="1339298206" sldId="365"/>
            <ac:spMk id="16" creationId="{F0B33EC2-1579-F8DA-1365-400C9FCF39E7}"/>
          </ac:spMkLst>
        </pc:spChg>
        <pc:spChg chg="add del mod ord">
          <ac:chgData name="nayla pajello fiocchi" userId="26168b5a7ad77490" providerId="LiveId" clId="{AC86C890-34C8-43EF-AB96-8174C0338C80}" dt="2026-06-24T01:22:17.819" v="8" actId="931"/>
          <ac:spMkLst>
            <pc:docMk/>
            <pc:sldMk cId="1339298206" sldId="365"/>
            <ac:spMk id="17" creationId="{6F14D256-89F5-6A41-D158-BC667785A7E9}"/>
          </ac:spMkLst>
        </pc:spChg>
        <pc:spChg chg="add mod ord">
          <ac:chgData name="nayla pajello fiocchi" userId="26168b5a7ad77490" providerId="LiveId" clId="{AC86C890-34C8-43EF-AB96-8174C0338C80}" dt="2026-06-24T01:22:37.914" v="14" actId="20577"/>
          <ac:spMkLst>
            <pc:docMk/>
            <pc:sldMk cId="1339298206" sldId="365"/>
            <ac:spMk id="18" creationId="{663C2359-7389-9F55-DEF6-BA642BD66017}"/>
          </ac:spMkLst>
        </pc:spChg>
        <pc:spChg chg="add mod ord">
          <ac:chgData name="nayla pajello fiocchi" userId="26168b5a7ad77490" providerId="LiveId" clId="{AC86C890-34C8-43EF-AB96-8174C0338C80}" dt="2026-06-24T01:22:40.746" v="15" actId="20577"/>
          <ac:spMkLst>
            <pc:docMk/>
            <pc:sldMk cId="1339298206" sldId="365"/>
            <ac:spMk id="19" creationId="{174E36CC-B907-9651-F0B5-0412C0737110}"/>
          </ac:spMkLst>
        </pc:spChg>
        <pc:picChg chg="add mod ord">
          <ac:chgData name="nayla pajello fiocchi" userId="26168b5a7ad77490" providerId="LiveId" clId="{AC86C890-34C8-43EF-AB96-8174C0338C80}" dt="2026-06-24T01:23:53.735" v="50" actId="14100"/>
          <ac:picMkLst>
            <pc:docMk/>
            <pc:sldMk cId="1339298206" sldId="365"/>
            <ac:picMk id="21" creationId="{0D35E5B8-B494-1403-E06F-6BFC27A52F78}"/>
          </ac:picMkLst>
        </pc:picChg>
        <pc:picChg chg="add mod ord">
          <ac:chgData name="nayla pajello fiocchi" userId="26168b5a7ad77490" providerId="LiveId" clId="{AC86C890-34C8-43EF-AB96-8174C0338C80}" dt="2026-06-24T01:24:51.577" v="64" actId="14100"/>
          <ac:picMkLst>
            <pc:docMk/>
            <pc:sldMk cId="1339298206" sldId="365"/>
            <ac:picMk id="25" creationId="{5682A6F4-BCB1-9A51-AA13-886C03BF0E09}"/>
          </ac:picMkLst>
        </pc:picChg>
      </pc:sldChg>
      <pc:sldChg chg="addSp modSp add mod ord">
        <pc:chgData name="nayla pajello fiocchi" userId="26168b5a7ad77490" providerId="LiveId" clId="{AC86C890-34C8-43EF-AB96-8174C0338C80}" dt="2026-06-24T02:53:20.206" v="1418" actId="20577"/>
        <pc:sldMkLst>
          <pc:docMk/>
          <pc:sldMk cId="1306182876" sldId="366"/>
        </pc:sldMkLst>
        <pc:spChg chg="mod">
          <ac:chgData name="nayla pajello fiocchi" userId="26168b5a7ad77490" providerId="LiveId" clId="{AC86C890-34C8-43EF-AB96-8174C0338C80}" dt="2026-06-24T02:53:20.206" v="1418" actId="20577"/>
          <ac:spMkLst>
            <pc:docMk/>
            <pc:sldMk cId="1306182876" sldId="366"/>
            <ac:spMk id="2" creationId="{EAA1BBD9-3814-8A2E-B996-B3A4A22D2EAD}"/>
          </ac:spMkLst>
        </pc:spChg>
        <pc:spChg chg="mod">
          <ac:chgData name="nayla pajello fiocchi" userId="26168b5a7ad77490" providerId="LiveId" clId="{AC86C890-34C8-43EF-AB96-8174C0338C80}" dt="2026-06-24T01:30:14.623" v="381" actId="20577"/>
          <ac:spMkLst>
            <pc:docMk/>
            <pc:sldMk cId="1306182876" sldId="366"/>
            <ac:spMk id="3" creationId="{AA17CC86-7BB0-BDCD-A1D5-9343985331D2}"/>
          </ac:spMkLst>
        </pc:spChg>
        <pc:spChg chg="add mod">
          <ac:chgData name="nayla pajello fiocchi" userId="26168b5a7ad77490" providerId="LiveId" clId="{AC86C890-34C8-43EF-AB96-8174C0338C80}" dt="2026-06-24T01:35:35.750" v="393" actId="113"/>
          <ac:spMkLst>
            <pc:docMk/>
            <pc:sldMk cId="1306182876" sldId="366"/>
            <ac:spMk id="5" creationId="{3A628B82-ADB0-85F5-1C24-9F0229261917}"/>
          </ac:spMkLst>
        </pc:spChg>
      </pc:sldChg>
      <pc:sldChg chg="modSp new del mod">
        <pc:chgData name="nayla pajello fiocchi" userId="26168b5a7ad77490" providerId="LiveId" clId="{AC86C890-34C8-43EF-AB96-8174C0338C80}" dt="2026-06-24T02:28:06.390" v="1149" actId="2696"/>
        <pc:sldMkLst>
          <pc:docMk/>
          <pc:sldMk cId="2336152222" sldId="367"/>
        </pc:sldMkLst>
        <pc:spChg chg="mod">
          <ac:chgData name="nayla pajello fiocchi" userId="26168b5a7ad77490" providerId="LiveId" clId="{AC86C890-34C8-43EF-AB96-8174C0338C80}" dt="2026-06-24T02:26:27.113" v="1123" actId="1076"/>
          <ac:spMkLst>
            <pc:docMk/>
            <pc:sldMk cId="2336152222" sldId="367"/>
            <ac:spMk id="2" creationId="{89402285-7F2B-C21C-0648-7B775C90391E}"/>
          </ac:spMkLst>
        </pc:spChg>
        <pc:spChg chg="mod">
          <ac:chgData name="nayla pajello fiocchi" userId="26168b5a7ad77490" providerId="LiveId" clId="{AC86C890-34C8-43EF-AB96-8174C0338C80}" dt="2026-06-24T01:42:46.756" v="521" actId="20577"/>
          <ac:spMkLst>
            <pc:docMk/>
            <pc:sldMk cId="2336152222" sldId="367"/>
            <ac:spMk id="3" creationId="{75853407-A642-C0CB-1739-03E862D80EAE}"/>
          </ac:spMkLst>
        </pc:spChg>
        <pc:spChg chg="mod">
          <ac:chgData name="nayla pajello fiocchi" userId="26168b5a7ad77490" providerId="LiveId" clId="{AC86C890-34C8-43EF-AB96-8174C0338C80}" dt="2026-06-24T02:26:45.326" v="1148" actId="20577"/>
          <ac:spMkLst>
            <pc:docMk/>
            <pc:sldMk cId="2336152222" sldId="367"/>
            <ac:spMk id="4" creationId="{3376A985-FBC2-943B-2686-3352B385B137}"/>
          </ac:spMkLst>
        </pc:spChg>
        <pc:spChg chg="mod">
          <ac:chgData name="nayla pajello fiocchi" userId="26168b5a7ad77490" providerId="LiveId" clId="{AC86C890-34C8-43EF-AB96-8174C0338C80}" dt="2026-06-24T02:26:38.065" v="1134" actId="20577"/>
          <ac:spMkLst>
            <pc:docMk/>
            <pc:sldMk cId="2336152222" sldId="367"/>
            <ac:spMk id="5" creationId="{BB0FDAC8-3CF3-8E3E-7A1C-A6A3051F90C7}"/>
          </ac:spMkLst>
        </pc:spChg>
      </pc:sldChg>
      <pc:sldChg chg="modSp new mod">
        <pc:chgData name="nayla pajello fiocchi" userId="26168b5a7ad77490" providerId="LiveId" clId="{AC86C890-34C8-43EF-AB96-8174C0338C80}" dt="2026-06-24T02:56:09.264" v="1448" actId="20577"/>
        <pc:sldMkLst>
          <pc:docMk/>
          <pc:sldMk cId="89256788" sldId="368"/>
        </pc:sldMkLst>
        <pc:spChg chg="mod">
          <ac:chgData name="nayla pajello fiocchi" userId="26168b5a7ad77490" providerId="LiveId" clId="{AC86C890-34C8-43EF-AB96-8174C0338C80}" dt="2026-06-24T02:56:09.264" v="1448" actId="20577"/>
          <ac:spMkLst>
            <pc:docMk/>
            <pc:sldMk cId="89256788" sldId="368"/>
            <ac:spMk id="2" creationId="{95ABE4E9-9E86-C2EB-0859-893825A28D17}"/>
          </ac:spMkLst>
        </pc:spChg>
        <pc:spChg chg="mod">
          <ac:chgData name="nayla pajello fiocchi" userId="26168b5a7ad77490" providerId="LiveId" clId="{AC86C890-34C8-43EF-AB96-8174C0338C80}" dt="2026-06-24T01:46:25.647" v="561" actId="2711"/>
          <ac:spMkLst>
            <pc:docMk/>
            <pc:sldMk cId="89256788" sldId="368"/>
            <ac:spMk id="3" creationId="{B4E7F339-BA3E-586B-2B0A-9C65C378D408}"/>
          </ac:spMkLst>
        </pc:spChg>
        <pc:spChg chg="mod">
          <ac:chgData name="nayla pajello fiocchi" userId="26168b5a7ad77490" providerId="LiveId" clId="{AC86C890-34C8-43EF-AB96-8174C0338C80}" dt="2026-06-24T01:46:49.945" v="591" actId="20577"/>
          <ac:spMkLst>
            <pc:docMk/>
            <pc:sldMk cId="89256788" sldId="368"/>
            <ac:spMk id="4" creationId="{5C99FF53-0C90-7D8E-EF61-E35694E84D56}"/>
          </ac:spMkLst>
        </pc:spChg>
        <pc:spChg chg="mod">
          <ac:chgData name="nayla pajello fiocchi" userId="26168b5a7ad77490" providerId="LiveId" clId="{AC86C890-34C8-43EF-AB96-8174C0338C80}" dt="2026-06-24T01:46:42.800" v="576" actId="20577"/>
          <ac:spMkLst>
            <pc:docMk/>
            <pc:sldMk cId="89256788" sldId="368"/>
            <ac:spMk id="5" creationId="{4E7FF602-DF80-437B-718A-02062F83BB70}"/>
          </ac:spMkLst>
        </pc:spChg>
      </pc:sldChg>
      <pc:sldChg chg="addSp delSp modSp add mod ord">
        <pc:chgData name="nayla pajello fiocchi" userId="26168b5a7ad77490" providerId="LiveId" clId="{AC86C890-34C8-43EF-AB96-8174C0338C80}" dt="2026-06-24T02:41:16.686" v="1308" actId="207"/>
        <pc:sldMkLst>
          <pc:docMk/>
          <pc:sldMk cId="3276128714" sldId="369"/>
        </pc:sldMkLst>
        <pc:spChg chg="add del mod">
          <ac:chgData name="nayla pajello fiocchi" userId="26168b5a7ad77490" providerId="LiveId" clId="{AC86C890-34C8-43EF-AB96-8174C0338C80}" dt="2026-06-24T01:56:53.711" v="648" actId="3680"/>
          <ac:spMkLst>
            <pc:docMk/>
            <pc:sldMk cId="3276128714" sldId="369"/>
            <ac:spMk id="3" creationId="{AD07457F-C2DE-0DD4-6B5D-B6361DC0343F}"/>
          </ac:spMkLst>
        </pc:spChg>
        <pc:spChg chg="add del mod">
          <ac:chgData name="nayla pajello fiocchi" userId="26168b5a7ad77490" providerId="LiveId" clId="{AC86C890-34C8-43EF-AB96-8174C0338C80}" dt="2026-06-24T02:01:37.020" v="791" actId="3680"/>
          <ac:spMkLst>
            <pc:docMk/>
            <pc:sldMk cId="3276128714" sldId="369"/>
            <ac:spMk id="7" creationId="{B3E29D23-EAA0-0FAD-3B38-A762A33B58D4}"/>
          </ac:spMkLst>
        </pc:spChg>
        <pc:spChg chg="mod">
          <ac:chgData name="nayla pajello fiocchi" userId="26168b5a7ad77490" providerId="LiveId" clId="{AC86C890-34C8-43EF-AB96-8174C0338C80}" dt="2026-06-24T01:55:00.564" v="642" actId="20577"/>
          <ac:spMkLst>
            <pc:docMk/>
            <pc:sldMk cId="3276128714" sldId="369"/>
            <ac:spMk id="11" creationId="{C2290576-70D4-327B-28B1-F75CB7BD085B}"/>
          </ac:spMkLst>
        </pc:spChg>
        <pc:spChg chg="del">
          <ac:chgData name="nayla pajello fiocchi" userId="26168b5a7ad77490" providerId="LiveId" clId="{AC86C890-34C8-43EF-AB96-8174C0338C80}" dt="2026-06-24T02:05:00.776" v="961" actId="478"/>
          <ac:spMkLst>
            <pc:docMk/>
            <pc:sldMk cId="3276128714" sldId="369"/>
            <ac:spMk id="12" creationId="{73F4139C-3105-EC88-F3D5-66E54FFF2DED}"/>
          </ac:spMkLst>
        </pc:spChg>
        <pc:graphicFrameChg chg="add del mod ord modGraphic">
          <ac:chgData name="nayla pajello fiocchi" userId="26168b5a7ad77490" providerId="LiveId" clId="{AC86C890-34C8-43EF-AB96-8174C0338C80}" dt="2026-06-24T02:01:19.772" v="790" actId="478"/>
          <ac:graphicFrameMkLst>
            <pc:docMk/>
            <pc:sldMk cId="3276128714" sldId="369"/>
            <ac:graphicFrameMk id="4" creationId="{BDEFCA8C-6966-ABEF-CF3C-F055E83D5D66}"/>
          </ac:graphicFrameMkLst>
        </pc:graphicFrameChg>
        <pc:graphicFrameChg chg="del mod modGraphic">
          <ac:chgData name="nayla pajello fiocchi" userId="26168b5a7ad77490" providerId="LiveId" clId="{AC86C890-34C8-43EF-AB96-8174C0338C80}" dt="2026-06-24T01:55:36.577" v="647" actId="478"/>
          <ac:graphicFrameMkLst>
            <pc:docMk/>
            <pc:sldMk cId="3276128714" sldId="369"/>
            <ac:graphicFrameMk id="5" creationId="{90CBDC22-9912-63C8-886C-54B38E4A048A}"/>
          </ac:graphicFrameMkLst>
        </pc:graphicFrameChg>
        <pc:graphicFrameChg chg="add mod ord modGraphic">
          <ac:chgData name="nayla pajello fiocchi" userId="26168b5a7ad77490" providerId="LiveId" clId="{AC86C890-34C8-43EF-AB96-8174C0338C80}" dt="2026-06-24T02:41:16.686" v="1308" actId="207"/>
          <ac:graphicFrameMkLst>
            <pc:docMk/>
            <pc:sldMk cId="3276128714" sldId="369"/>
            <ac:graphicFrameMk id="10" creationId="{7BDD5570-D25E-2050-2496-454A3639B290}"/>
          </ac:graphicFrameMkLst>
        </pc:graphicFrameChg>
      </pc:sldChg>
      <pc:sldChg chg="addSp delSp modSp add mod modClrScheme chgLayout">
        <pc:chgData name="nayla pajello fiocchi" userId="26168b5a7ad77490" providerId="LiveId" clId="{AC86C890-34C8-43EF-AB96-8174C0338C80}" dt="2026-06-24T02:24:01.133" v="1122" actId="1076"/>
        <pc:sldMkLst>
          <pc:docMk/>
          <pc:sldMk cId="1927520071" sldId="370"/>
        </pc:sldMkLst>
        <pc:spChg chg="mod ord">
          <ac:chgData name="nayla pajello fiocchi" userId="26168b5a7ad77490" providerId="LiveId" clId="{AC86C890-34C8-43EF-AB96-8174C0338C80}" dt="2026-06-24T02:15:56.420" v="1080" actId="700"/>
          <ac:spMkLst>
            <pc:docMk/>
            <pc:sldMk cId="1927520071" sldId="370"/>
            <ac:spMk id="2" creationId="{5DFCCB71-6DC4-A2B2-8E28-E22441E8907D}"/>
          </ac:spMkLst>
        </pc:spChg>
        <pc:spChg chg="mod ord">
          <ac:chgData name="nayla pajello fiocchi" userId="26168b5a7ad77490" providerId="LiveId" clId="{AC86C890-34C8-43EF-AB96-8174C0338C80}" dt="2026-06-24T02:18:17.039" v="1117" actId="27636"/>
          <ac:spMkLst>
            <pc:docMk/>
            <pc:sldMk cId="1927520071" sldId="370"/>
            <ac:spMk id="3" creationId="{D493353E-20CA-802B-D937-51F7E572B224}"/>
          </ac:spMkLst>
        </pc:spChg>
        <pc:spChg chg="mod ord">
          <ac:chgData name="nayla pajello fiocchi" userId="26168b5a7ad77490" providerId="LiveId" clId="{AC86C890-34C8-43EF-AB96-8174C0338C80}" dt="2026-06-24T02:15:56.420" v="1080" actId="700"/>
          <ac:spMkLst>
            <pc:docMk/>
            <pc:sldMk cId="1927520071" sldId="370"/>
            <ac:spMk id="4" creationId="{7B8BD8C7-C3D2-7CD1-D2F4-B527E8B44492}"/>
          </ac:spMkLst>
        </pc:spChg>
        <pc:spChg chg="add del mod ord">
          <ac:chgData name="nayla pajello fiocchi" userId="26168b5a7ad77490" providerId="LiveId" clId="{AC86C890-34C8-43EF-AB96-8174C0338C80}" dt="2026-06-24T02:10:25.006" v="994" actId="700"/>
          <ac:spMkLst>
            <pc:docMk/>
            <pc:sldMk cId="1927520071" sldId="370"/>
            <ac:spMk id="5" creationId="{ECA457C1-83AE-36A3-819D-9E4D2A3EFDA3}"/>
          </ac:spMkLst>
        </pc:spChg>
        <pc:spChg chg="mod ord">
          <ac:chgData name="nayla pajello fiocchi" userId="26168b5a7ad77490" providerId="LiveId" clId="{AC86C890-34C8-43EF-AB96-8174C0338C80}" dt="2026-06-24T02:15:56.420" v="1080" actId="700"/>
          <ac:spMkLst>
            <pc:docMk/>
            <pc:sldMk cId="1927520071" sldId="370"/>
            <ac:spMk id="6" creationId="{EF1CEE28-5439-4A57-0425-B1E171A3B255}"/>
          </ac:spMkLst>
        </pc:spChg>
        <pc:spChg chg="add del mod ord">
          <ac:chgData name="nayla pajello fiocchi" userId="26168b5a7ad77490" providerId="LiveId" clId="{AC86C890-34C8-43EF-AB96-8174C0338C80}" dt="2026-06-24T02:10:33.850" v="995" actId="700"/>
          <ac:spMkLst>
            <pc:docMk/>
            <pc:sldMk cId="1927520071" sldId="370"/>
            <ac:spMk id="7" creationId="{7B6D84A9-1262-4EB8-0806-B920F7487B1C}"/>
          </ac:spMkLst>
        </pc:spChg>
        <pc:spChg chg="add del mod ord">
          <ac:chgData name="nayla pajello fiocchi" userId="26168b5a7ad77490" providerId="LiveId" clId="{AC86C890-34C8-43EF-AB96-8174C0338C80}" dt="2026-06-24T02:10:53.445" v="996" actId="700"/>
          <ac:spMkLst>
            <pc:docMk/>
            <pc:sldMk cId="1927520071" sldId="370"/>
            <ac:spMk id="8" creationId="{F84011D2-E4C2-26A2-5838-8842675B2F92}"/>
          </ac:spMkLst>
        </pc:spChg>
        <pc:spChg chg="add del mod ord">
          <ac:chgData name="nayla pajello fiocchi" userId="26168b5a7ad77490" providerId="LiveId" clId="{AC86C890-34C8-43EF-AB96-8174C0338C80}" dt="2026-06-24T02:10:59.246" v="997" actId="700"/>
          <ac:spMkLst>
            <pc:docMk/>
            <pc:sldMk cId="1927520071" sldId="370"/>
            <ac:spMk id="9" creationId="{790A96F6-56BD-0EB1-5433-B4C6FAE41381}"/>
          </ac:spMkLst>
        </pc:spChg>
        <pc:spChg chg="add del mod ord">
          <ac:chgData name="nayla pajello fiocchi" userId="26168b5a7ad77490" providerId="LiveId" clId="{AC86C890-34C8-43EF-AB96-8174C0338C80}" dt="2026-06-24T02:14:00.113" v="1007" actId="26606"/>
          <ac:spMkLst>
            <pc:docMk/>
            <pc:sldMk cId="1927520071" sldId="370"/>
            <ac:spMk id="10" creationId="{5630C6F2-8633-3B4C-3722-4F5F1280797C}"/>
          </ac:spMkLst>
        </pc:spChg>
        <pc:spChg chg="add mod ord">
          <ac:chgData name="nayla pajello fiocchi" userId="26168b5a7ad77490" providerId="LiveId" clId="{AC86C890-34C8-43EF-AB96-8174C0338C80}" dt="2026-06-24T02:15:56.420" v="1080" actId="700"/>
          <ac:spMkLst>
            <pc:docMk/>
            <pc:sldMk cId="1927520071" sldId="370"/>
            <ac:spMk id="15" creationId="{D2578055-AFC1-DC63-4FAD-907215CC3482}"/>
          </ac:spMkLst>
        </pc:spChg>
        <pc:spChg chg="add del mod ord">
          <ac:chgData name="nayla pajello fiocchi" userId="26168b5a7ad77490" providerId="LiveId" clId="{AC86C890-34C8-43EF-AB96-8174C0338C80}" dt="2026-06-24T02:15:51.913" v="1077" actId="6264"/>
          <ac:spMkLst>
            <pc:docMk/>
            <pc:sldMk cId="1927520071" sldId="370"/>
            <ac:spMk id="16" creationId="{54ABACE2-10C0-86F6-26BB-093F166421A8}"/>
          </ac:spMkLst>
        </pc:spChg>
        <pc:spChg chg="add del mod">
          <ac:chgData name="nayla pajello fiocchi" userId="26168b5a7ad77490" providerId="LiveId" clId="{AC86C890-34C8-43EF-AB96-8174C0338C80}" dt="2026-06-24T02:15:51.913" v="1077" actId="6264"/>
          <ac:spMkLst>
            <pc:docMk/>
            <pc:sldMk cId="1927520071" sldId="370"/>
            <ac:spMk id="17" creationId="{92AE623D-C4F2-9E45-48B1-CAC8C7A18DA5}"/>
          </ac:spMkLst>
        </pc:spChg>
        <pc:spChg chg="add del mod">
          <ac:chgData name="nayla pajello fiocchi" userId="26168b5a7ad77490" providerId="LiveId" clId="{AC86C890-34C8-43EF-AB96-8174C0338C80}" dt="2026-06-24T02:15:51.913" v="1077" actId="6264"/>
          <ac:spMkLst>
            <pc:docMk/>
            <pc:sldMk cId="1927520071" sldId="370"/>
            <ac:spMk id="18" creationId="{C9B9A65C-8729-FB82-D439-3865570BAD41}"/>
          </ac:spMkLst>
        </pc:spChg>
        <pc:spChg chg="add del mod">
          <ac:chgData name="nayla pajello fiocchi" userId="26168b5a7ad77490" providerId="LiveId" clId="{AC86C890-34C8-43EF-AB96-8174C0338C80}" dt="2026-06-24T02:15:51.913" v="1077" actId="6264"/>
          <ac:spMkLst>
            <pc:docMk/>
            <pc:sldMk cId="1927520071" sldId="370"/>
            <ac:spMk id="19" creationId="{3AABB04B-B198-1128-9993-7F8D1551EED6}"/>
          </ac:spMkLst>
        </pc:spChg>
        <pc:spChg chg="add del mod">
          <ac:chgData name="nayla pajello fiocchi" userId="26168b5a7ad77490" providerId="LiveId" clId="{AC86C890-34C8-43EF-AB96-8174C0338C80}" dt="2026-06-24T02:15:51.913" v="1077" actId="6264"/>
          <ac:spMkLst>
            <pc:docMk/>
            <pc:sldMk cId="1927520071" sldId="370"/>
            <ac:spMk id="20" creationId="{4CA954B4-07C9-00AF-6515-9EDDB3F3E6C2}"/>
          </ac:spMkLst>
        </pc:spChg>
        <pc:spChg chg="add del mod">
          <ac:chgData name="nayla pajello fiocchi" userId="26168b5a7ad77490" providerId="LiveId" clId="{AC86C890-34C8-43EF-AB96-8174C0338C80}" dt="2026-06-24T02:15:51.913" v="1077" actId="6264"/>
          <ac:spMkLst>
            <pc:docMk/>
            <pc:sldMk cId="1927520071" sldId="370"/>
            <ac:spMk id="21" creationId="{57D7A596-E589-B957-6B39-3061C369BEBF}"/>
          </ac:spMkLst>
        </pc:spChg>
        <pc:spChg chg="add del mod ord">
          <ac:chgData name="nayla pajello fiocchi" userId="26168b5a7ad77490" providerId="LiveId" clId="{AC86C890-34C8-43EF-AB96-8174C0338C80}" dt="2026-06-24T02:15:56.420" v="1080" actId="700"/>
          <ac:spMkLst>
            <pc:docMk/>
            <pc:sldMk cId="1927520071" sldId="370"/>
            <ac:spMk id="22" creationId="{1ED16D75-EFAA-D528-BCDD-E5B4DCF0C952}"/>
          </ac:spMkLst>
        </pc:spChg>
        <pc:spChg chg="add mod">
          <ac:chgData name="nayla pajello fiocchi" userId="26168b5a7ad77490" providerId="LiveId" clId="{AC86C890-34C8-43EF-AB96-8174C0338C80}" dt="2026-06-24T02:17:37.112" v="1090" actId="17032"/>
          <ac:spMkLst>
            <pc:docMk/>
            <pc:sldMk cId="1927520071" sldId="370"/>
            <ac:spMk id="26" creationId="{6F22072D-01CC-2471-5EBC-4711F6C4FAA1}"/>
          </ac:spMkLst>
        </pc:spChg>
        <pc:picChg chg="add del mod">
          <ac:chgData name="nayla pajello fiocchi" userId="26168b5a7ad77490" providerId="LiveId" clId="{AC86C890-34C8-43EF-AB96-8174C0338C80}" dt="2026-06-24T02:13:09.148" v="1004" actId="478"/>
          <ac:picMkLst>
            <pc:docMk/>
            <pc:sldMk cId="1927520071" sldId="370"/>
            <ac:picMk id="12" creationId="{9C8D87A0-5F0E-6327-185E-C3579A5F6C0A}"/>
          </ac:picMkLst>
        </pc:picChg>
        <pc:picChg chg="add mod ord">
          <ac:chgData name="nayla pajello fiocchi" userId="26168b5a7ad77490" providerId="LiveId" clId="{AC86C890-34C8-43EF-AB96-8174C0338C80}" dt="2026-06-24T02:24:01.133" v="1122" actId="1076"/>
          <ac:picMkLst>
            <pc:docMk/>
            <pc:sldMk cId="1927520071" sldId="370"/>
            <ac:picMk id="14" creationId="{909940D9-3F7E-3983-AFA6-5AB26FAFBD76}"/>
          </ac:picMkLst>
        </pc:picChg>
        <pc:cxnChg chg="add mod">
          <ac:chgData name="nayla pajello fiocchi" userId="26168b5a7ad77490" providerId="LiveId" clId="{AC86C890-34C8-43EF-AB96-8174C0338C80}" dt="2026-06-24T02:16:41.696" v="1085" actId="14100"/>
          <ac:cxnSpMkLst>
            <pc:docMk/>
            <pc:sldMk cId="1927520071" sldId="370"/>
            <ac:cxnSpMk id="24" creationId="{2213097F-AFA2-F267-A4B0-2FFFD4BCAB41}"/>
          </ac:cxnSpMkLst>
        </pc:cxnChg>
      </pc:sldChg>
      <pc:sldChg chg="modSp add mod ord">
        <pc:chgData name="nayla pajello fiocchi" userId="26168b5a7ad77490" providerId="LiveId" clId="{AC86C890-34C8-43EF-AB96-8174C0338C80}" dt="2026-06-24T02:29:13.837" v="1196"/>
        <pc:sldMkLst>
          <pc:docMk/>
          <pc:sldMk cId="3400838390" sldId="371"/>
        </pc:sldMkLst>
        <pc:spChg chg="mod">
          <ac:chgData name="nayla pajello fiocchi" userId="26168b5a7ad77490" providerId="LiveId" clId="{AC86C890-34C8-43EF-AB96-8174C0338C80}" dt="2026-06-24T02:29:09.826" v="1194" actId="20577"/>
          <ac:spMkLst>
            <pc:docMk/>
            <pc:sldMk cId="3400838390" sldId="371"/>
            <ac:spMk id="3" creationId="{70240E81-CF42-649B-3C3D-81C9CC10D0C3}"/>
          </ac:spMkLst>
        </pc:spChg>
        <pc:picChg chg="mod">
          <ac:chgData name="nayla pajello fiocchi" userId="26168b5a7ad77490" providerId="LiveId" clId="{AC86C890-34C8-43EF-AB96-8174C0338C80}" dt="2026-06-24T02:28:56.194" v="1153" actId="14826"/>
          <ac:picMkLst>
            <pc:docMk/>
            <pc:sldMk cId="3400838390" sldId="371"/>
            <ac:picMk id="14" creationId="{06B818E2-8AF7-97F9-73A8-97A6F4B81033}"/>
          </ac:picMkLst>
        </pc:picChg>
      </pc:sldChg>
      <pc:sldChg chg="new del">
        <pc:chgData name="nayla pajello fiocchi" userId="26168b5a7ad77490" providerId="LiveId" clId="{AC86C890-34C8-43EF-AB96-8174C0338C80}" dt="2026-06-24T02:10:16.079" v="992" actId="680"/>
        <pc:sldMkLst>
          <pc:docMk/>
          <pc:sldMk cId="3575764339" sldId="371"/>
        </pc:sldMkLst>
      </pc:sldChg>
      <pc:sldChg chg="addSp delSp modSp new mod">
        <pc:chgData name="nayla pajello fiocchi" userId="26168b5a7ad77490" providerId="LiveId" clId="{AC86C890-34C8-43EF-AB96-8174C0338C80}" dt="2026-06-24T02:44:39.191" v="1374" actId="2711"/>
        <pc:sldMkLst>
          <pc:docMk/>
          <pc:sldMk cId="2300034987" sldId="372"/>
        </pc:sldMkLst>
        <pc:spChg chg="del">
          <ac:chgData name="nayla pajello fiocchi" userId="26168b5a7ad77490" providerId="LiveId" clId="{AC86C890-34C8-43EF-AB96-8174C0338C80}" dt="2026-06-24T02:36:52.138" v="1205" actId="3680"/>
          <ac:spMkLst>
            <pc:docMk/>
            <pc:sldMk cId="2300034987" sldId="372"/>
            <ac:spMk id="2" creationId="{D6D2CD79-AF5B-84F3-79E4-D1E758A7EB57}"/>
          </ac:spMkLst>
        </pc:spChg>
        <pc:spChg chg="mod">
          <ac:chgData name="nayla pajello fiocchi" userId="26168b5a7ad77490" providerId="LiveId" clId="{AC86C890-34C8-43EF-AB96-8174C0338C80}" dt="2026-06-24T02:44:39.191" v="1374" actId="2711"/>
          <ac:spMkLst>
            <pc:docMk/>
            <pc:sldMk cId="2300034987" sldId="372"/>
            <ac:spMk id="3" creationId="{8FABD063-74AB-4331-B6C4-AA50C0F5A33E}"/>
          </ac:spMkLst>
        </pc:spChg>
        <pc:spChg chg="mod">
          <ac:chgData name="nayla pajello fiocchi" userId="26168b5a7ad77490" providerId="LiveId" clId="{AC86C890-34C8-43EF-AB96-8174C0338C80}" dt="2026-06-24T02:44:19.279" v="1372" actId="20577"/>
          <ac:spMkLst>
            <pc:docMk/>
            <pc:sldMk cId="2300034987" sldId="372"/>
            <ac:spMk id="4" creationId="{E40AF87A-A785-A275-7A4A-888BC917C880}"/>
          </ac:spMkLst>
        </pc:spChg>
        <pc:spChg chg="mod">
          <ac:chgData name="nayla pajello fiocchi" userId="26168b5a7ad77490" providerId="LiveId" clId="{AC86C890-34C8-43EF-AB96-8174C0338C80}" dt="2026-06-24T02:44:15.289" v="1349" actId="20577"/>
          <ac:spMkLst>
            <pc:docMk/>
            <pc:sldMk cId="2300034987" sldId="372"/>
            <ac:spMk id="5" creationId="{6CB8E8E3-DF32-CBC2-874F-9BAAA7042D36}"/>
          </ac:spMkLst>
        </pc:spChg>
        <pc:graphicFrameChg chg="add mod ord modGraphic">
          <ac:chgData name="nayla pajello fiocchi" userId="26168b5a7ad77490" providerId="LiveId" clId="{AC86C890-34C8-43EF-AB96-8174C0338C80}" dt="2026-06-24T02:44:07.878" v="1337" actId="122"/>
          <ac:graphicFrameMkLst>
            <pc:docMk/>
            <pc:sldMk cId="2300034987" sldId="372"/>
            <ac:graphicFrameMk id="7" creationId="{942F91FA-6F72-5354-EA6D-83196C05E8F4}"/>
          </ac:graphicFrameMkLst>
        </pc:graphicFrameChg>
      </pc:sldChg>
      <pc:sldChg chg="modSp add mod ord">
        <pc:chgData name="nayla pajello fiocchi" userId="26168b5a7ad77490" providerId="LiveId" clId="{AC86C890-34C8-43EF-AB96-8174C0338C80}" dt="2026-06-24T03:03:30.304" v="1480"/>
        <pc:sldMkLst>
          <pc:docMk/>
          <pc:sldMk cId="2975126237" sldId="373"/>
        </pc:sldMkLst>
        <pc:spChg chg="mod">
          <ac:chgData name="nayla pajello fiocchi" userId="26168b5a7ad77490" providerId="LiveId" clId="{AC86C890-34C8-43EF-AB96-8174C0338C80}" dt="2026-06-24T03:03:30.304" v="1480"/>
          <ac:spMkLst>
            <pc:docMk/>
            <pc:sldMk cId="2975126237" sldId="373"/>
            <ac:spMk id="3" creationId="{EA88F19B-4389-4B90-7B86-80473503DCB9}"/>
          </ac:spMkLst>
        </pc:spChg>
        <pc:picChg chg="mod">
          <ac:chgData name="nayla pajello fiocchi" userId="26168b5a7ad77490" providerId="LiveId" clId="{AC86C890-34C8-43EF-AB96-8174C0338C80}" dt="2026-06-24T03:03:03.897" v="1454" actId="14100"/>
          <ac:picMkLst>
            <pc:docMk/>
            <pc:sldMk cId="2975126237" sldId="373"/>
            <ac:picMk id="14" creationId="{F8D008FE-9B99-ABAF-B96A-DEAC2D5AF69F}"/>
          </ac:picMkLst>
        </pc:picChg>
      </pc:sldChg>
      <pc:sldChg chg="modSp add del mod ord">
        <pc:chgData name="nayla pajello fiocchi" userId="26168b5a7ad77490" providerId="LiveId" clId="{AC86C890-34C8-43EF-AB96-8174C0338C80}" dt="2026-06-24T03:31:24.367" v="1580" actId="2696"/>
        <pc:sldMkLst>
          <pc:docMk/>
          <pc:sldMk cId="257654968" sldId="374"/>
        </pc:sldMkLst>
        <pc:spChg chg="mod">
          <ac:chgData name="nayla pajello fiocchi" userId="26168b5a7ad77490" providerId="LiveId" clId="{AC86C890-34C8-43EF-AB96-8174C0338C80}" dt="2026-06-24T03:27:57.765" v="1531" actId="20577"/>
          <ac:spMkLst>
            <pc:docMk/>
            <pc:sldMk cId="257654968" sldId="374"/>
            <ac:spMk id="3" creationId="{6BA4CADE-F984-A0B2-4D9C-5CFA4BB57DCF}"/>
          </ac:spMkLst>
        </pc:spChg>
        <pc:picChg chg="mod">
          <ac:chgData name="nayla pajello fiocchi" userId="26168b5a7ad77490" providerId="LiveId" clId="{AC86C890-34C8-43EF-AB96-8174C0338C80}" dt="2026-06-24T03:27:24.466" v="1502" actId="1076"/>
          <ac:picMkLst>
            <pc:docMk/>
            <pc:sldMk cId="257654968" sldId="374"/>
            <ac:picMk id="14" creationId="{6A4916B5-1101-8A08-DFBF-A11D5176CAAC}"/>
          </ac:picMkLst>
        </pc:picChg>
      </pc:sldChg>
      <pc:sldChg chg="addSp delSp modSp add mod ord">
        <pc:chgData name="nayla pajello fiocchi" userId="26168b5a7ad77490" providerId="LiveId" clId="{AC86C890-34C8-43EF-AB96-8174C0338C80}" dt="2026-06-24T03:39:31.774" v="1607" actId="255"/>
        <pc:sldMkLst>
          <pc:docMk/>
          <pc:sldMk cId="3599224111" sldId="374"/>
        </pc:sldMkLst>
        <pc:spChg chg="add del mod">
          <ac:chgData name="nayla pajello fiocchi" userId="26168b5a7ad77490" providerId="LiveId" clId="{AC86C890-34C8-43EF-AB96-8174C0338C80}" dt="2026-06-24T03:39:31.774" v="1607" actId="255"/>
          <ac:spMkLst>
            <pc:docMk/>
            <pc:sldMk cId="3599224111" sldId="374"/>
            <ac:spMk id="2" creationId="{8E631F75-BD02-A7D4-EE48-3ADB6A2B97EB}"/>
          </ac:spMkLst>
        </pc:spChg>
        <pc:spChg chg="add del mod">
          <ac:chgData name="nayla pajello fiocchi" userId="26168b5a7ad77490" providerId="LiveId" clId="{AC86C890-34C8-43EF-AB96-8174C0338C80}" dt="2026-06-24T03:39:22.982" v="1605" actId="478"/>
          <ac:spMkLst>
            <pc:docMk/>
            <pc:sldMk cId="3599224111" sldId="374"/>
            <ac:spMk id="8" creationId="{C724AA42-E3BB-A7AE-760B-C230B005AF84}"/>
          </ac:spMkLst>
        </pc:spChg>
        <pc:picChg chg="mod">
          <ac:chgData name="nayla pajello fiocchi" userId="26168b5a7ad77490" providerId="LiveId" clId="{AC86C890-34C8-43EF-AB96-8174C0338C80}" dt="2026-06-24T03:36:30.939" v="1584" actId="14826"/>
          <ac:picMkLst>
            <pc:docMk/>
            <pc:sldMk cId="3599224111" sldId="374"/>
            <ac:picMk id="7" creationId="{755CFF79-6A57-B1B9-0F79-A881FA38EF16}"/>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84E2A760-8414-436D-9F64-59BD4A20F7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A655B30F-C1D7-48E2-A253-C641F28F842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A7D8ED3-46A6-43C4-B53F-00888C0700FA}" type="datetime1">
              <a:rPr lang="es-ES" smtClean="0"/>
              <a:t>21/06/2026</a:t>
            </a:fld>
            <a:endParaRPr lang="es-ES"/>
          </a:p>
        </p:txBody>
      </p:sp>
      <p:sp>
        <p:nvSpPr>
          <p:cNvPr id="4" name="Marcador de pie de página 3">
            <a:extLst>
              <a:ext uri="{FF2B5EF4-FFF2-40B4-BE49-F238E27FC236}">
                <a16:creationId xmlns:a16="http://schemas.microsoft.com/office/drawing/2014/main" id="{378C198D-4A60-4E48-9989-F43D5138FF5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A1796F3B-43B8-4CB1-A48A-F97E958E208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76D849D-964F-46AA-8878-903399FC3293}" type="slidenum">
              <a:rPr lang="es-ES" smtClean="0"/>
              <a:t>‹Nº›</a:t>
            </a:fld>
            <a:endParaRPr lang="es-ES"/>
          </a:p>
        </p:txBody>
      </p:sp>
    </p:spTree>
    <p:extLst>
      <p:ext uri="{BB962C8B-B14F-4D97-AF65-F5344CB8AC3E}">
        <p14:creationId xmlns:p14="http://schemas.microsoft.com/office/powerpoint/2010/main" val="76678385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083E7A-A77C-4DFC-9E85-82846F793C4C}" type="datetime1">
              <a:rPr lang="es-ES" smtClean="0"/>
              <a:pPr/>
              <a:t>21/06/2026</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89C7E07-3C67-C64C-8DA0-0404F6303970}" type="slidenum">
              <a:rPr lang="es-ES" noProof="0" smtClean="0"/>
              <a:t>‹Nº›</a:t>
            </a:fld>
            <a:endParaRPr lang="es-ES" noProof="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1</a:t>
            </a:fld>
            <a:endParaRPr lang="es-ES"/>
          </a:p>
        </p:txBody>
      </p:sp>
    </p:spTree>
    <p:extLst>
      <p:ext uri="{BB962C8B-B14F-4D97-AF65-F5344CB8AC3E}">
        <p14:creationId xmlns:p14="http://schemas.microsoft.com/office/powerpoint/2010/main" val="2063940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2</a:t>
            </a:fld>
            <a:endParaRPr lang="es-ES"/>
          </a:p>
        </p:txBody>
      </p:sp>
    </p:spTree>
    <p:extLst>
      <p:ext uri="{BB962C8B-B14F-4D97-AF65-F5344CB8AC3E}">
        <p14:creationId xmlns:p14="http://schemas.microsoft.com/office/powerpoint/2010/main" val="38085233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1C026-4FFC-587B-222E-76C79727B8D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62533C9-2599-42C4-DB24-5654CE55815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48BBBA6-4D87-599E-FA1B-E88280A67C6C}"/>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4A85118-EEA0-6BD1-F177-D324FD73250F}"/>
              </a:ext>
            </a:extLst>
          </p:cNvPr>
          <p:cNvSpPr>
            <a:spLocks noGrp="1"/>
          </p:cNvSpPr>
          <p:nvPr>
            <p:ph type="sldNum" sz="quarter" idx="5"/>
          </p:nvPr>
        </p:nvSpPr>
        <p:spPr/>
        <p:txBody>
          <a:bodyPr/>
          <a:lstStyle/>
          <a:p>
            <a:pPr rtl="0"/>
            <a:fld id="{A89C7E07-3C67-C64C-8DA0-0404F6303970}" type="slidenum">
              <a:rPr lang="es-ES" smtClean="0"/>
              <a:t>3</a:t>
            </a:fld>
            <a:endParaRPr lang="es-ES"/>
          </a:p>
        </p:txBody>
      </p:sp>
    </p:spTree>
    <p:extLst>
      <p:ext uri="{BB962C8B-B14F-4D97-AF65-F5344CB8AC3E}">
        <p14:creationId xmlns:p14="http://schemas.microsoft.com/office/powerpoint/2010/main" val="26732019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D69E6-9AE3-7E45-A534-308762864CD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CAC6C61-8B89-6A11-AB93-08BD8B883E2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080B5B2-8B7A-E20B-C451-D5BC61B69E56}"/>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97D8BC3-65B6-9F21-47F8-4DE44AE9D317}"/>
              </a:ext>
            </a:extLst>
          </p:cNvPr>
          <p:cNvSpPr>
            <a:spLocks noGrp="1"/>
          </p:cNvSpPr>
          <p:nvPr>
            <p:ph type="sldNum" sz="quarter" idx="5"/>
          </p:nvPr>
        </p:nvSpPr>
        <p:spPr/>
        <p:txBody>
          <a:bodyPr/>
          <a:lstStyle/>
          <a:p>
            <a:pPr rtl="0"/>
            <a:fld id="{A89C7E07-3C67-C64C-8DA0-0404F6303970}" type="slidenum">
              <a:rPr lang="es-ES" smtClean="0"/>
              <a:t>4</a:t>
            </a:fld>
            <a:endParaRPr lang="es-ES"/>
          </a:p>
        </p:txBody>
      </p:sp>
    </p:spTree>
    <p:extLst>
      <p:ext uri="{BB962C8B-B14F-4D97-AF65-F5344CB8AC3E}">
        <p14:creationId xmlns:p14="http://schemas.microsoft.com/office/powerpoint/2010/main" val="28386453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29037-415D-569A-1A81-356AD650405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9587080-AD9E-4BA2-3AC5-493220FA2D8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383A2BC-39B6-9A3A-3D35-F82DF8BBBD2B}"/>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3E61E4E-56B2-FBA7-F9DC-F0EF3F6E60EB}"/>
              </a:ext>
            </a:extLst>
          </p:cNvPr>
          <p:cNvSpPr>
            <a:spLocks noGrp="1"/>
          </p:cNvSpPr>
          <p:nvPr>
            <p:ph type="sldNum" sz="quarter" idx="5"/>
          </p:nvPr>
        </p:nvSpPr>
        <p:spPr/>
        <p:txBody>
          <a:bodyPr/>
          <a:lstStyle/>
          <a:p>
            <a:pPr rtl="0"/>
            <a:fld id="{A89C7E07-3C67-C64C-8DA0-0404F6303970}" type="slidenum">
              <a:rPr lang="es-ES" smtClean="0"/>
              <a:t>6</a:t>
            </a:fld>
            <a:endParaRPr lang="es-ES"/>
          </a:p>
        </p:txBody>
      </p:sp>
    </p:spTree>
    <p:extLst>
      <p:ext uri="{BB962C8B-B14F-4D97-AF65-F5344CB8AC3E}">
        <p14:creationId xmlns:p14="http://schemas.microsoft.com/office/powerpoint/2010/main" val="5163810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pPr rtl="0"/>
            <a:fld id="{A89C7E07-3C67-C64C-8DA0-0404F6303970}" type="slidenum">
              <a:rPr lang="es-ES" noProof="0" smtClean="0"/>
              <a:t>7</a:t>
            </a:fld>
            <a:endParaRPr lang="es-ES" noProof="0"/>
          </a:p>
        </p:txBody>
      </p:sp>
    </p:spTree>
    <p:extLst>
      <p:ext uri="{BB962C8B-B14F-4D97-AF65-F5344CB8AC3E}">
        <p14:creationId xmlns:p14="http://schemas.microsoft.com/office/powerpoint/2010/main" val="33510177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6DB07-941D-236C-46A2-D9C2A16CF58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49990DE-E628-8FD8-8675-12301560507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78D30A9-7239-E708-E65A-C439A363B919}"/>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3409E45D-4A90-3F82-1709-A1D574BBCBD2}"/>
              </a:ext>
            </a:extLst>
          </p:cNvPr>
          <p:cNvSpPr>
            <a:spLocks noGrp="1"/>
          </p:cNvSpPr>
          <p:nvPr>
            <p:ph type="sldNum" sz="quarter" idx="5"/>
          </p:nvPr>
        </p:nvSpPr>
        <p:spPr/>
        <p:txBody>
          <a:bodyPr/>
          <a:lstStyle/>
          <a:p>
            <a:pPr rtl="0"/>
            <a:fld id="{A89C7E07-3C67-C64C-8DA0-0404F6303970}" type="slidenum">
              <a:rPr lang="es-ES" smtClean="0"/>
              <a:t>8</a:t>
            </a:fld>
            <a:endParaRPr lang="es-ES"/>
          </a:p>
        </p:txBody>
      </p:sp>
    </p:spTree>
    <p:extLst>
      <p:ext uri="{BB962C8B-B14F-4D97-AF65-F5344CB8AC3E}">
        <p14:creationId xmlns:p14="http://schemas.microsoft.com/office/powerpoint/2010/main" val="4397040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67DC0-C328-85F2-B943-FDF9080551D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A2E19E6-8962-3AD3-02FD-338220624C0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803F9F0-FE31-58A3-E3C4-8C2CB552BC3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DB8248A7-ACA4-3571-A3FB-4C14A92339BC}"/>
              </a:ext>
            </a:extLst>
          </p:cNvPr>
          <p:cNvSpPr>
            <a:spLocks noGrp="1"/>
          </p:cNvSpPr>
          <p:nvPr>
            <p:ph type="sldNum" sz="quarter" idx="5"/>
          </p:nvPr>
        </p:nvSpPr>
        <p:spPr/>
        <p:txBody>
          <a:bodyPr/>
          <a:lstStyle/>
          <a:p>
            <a:pPr rtl="0"/>
            <a:fld id="{A89C7E07-3C67-C64C-8DA0-0404F6303970}" type="slidenum">
              <a:rPr lang="es-ES" smtClean="0"/>
              <a:t>9</a:t>
            </a:fld>
            <a:endParaRPr lang="es-ES"/>
          </a:p>
        </p:txBody>
      </p:sp>
    </p:spTree>
    <p:extLst>
      <p:ext uri="{BB962C8B-B14F-4D97-AF65-F5344CB8AC3E}">
        <p14:creationId xmlns:p14="http://schemas.microsoft.com/office/powerpoint/2010/main" val="39157839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58604-0B83-F82A-15C3-F579C274C0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E1A6147-3BC5-79EB-E395-8BDC7057A1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2E4A4AB-A571-CAAC-FBBB-3C43476F911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FBAA358-4474-7651-7371-D8820D45D48E}"/>
              </a:ext>
            </a:extLst>
          </p:cNvPr>
          <p:cNvSpPr>
            <a:spLocks noGrp="1"/>
          </p:cNvSpPr>
          <p:nvPr>
            <p:ph type="sldNum" sz="quarter" idx="5"/>
          </p:nvPr>
        </p:nvSpPr>
        <p:spPr/>
        <p:txBody>
          <a:bodyPr/>
          <a:lstStyle/>
          <a:p>
            <a:pPr rtl="0"/>
            <a:fld id="{A89C7E07-3C67-C64C-8DA0-0404F6303970}" type="slidenum">
              <a:rPr lang="es-ES" smtClean="0"/>
              <a:t>10</a:t>
            </a:fld>
            <a:endParaRPr lang="es-ES"/>
          </a:p>
        </p:txBody>
      </p:sp>
    </p:spTree>
    <p:extLst>
      <p:ext uri="{BB962C8B-B14F-4D97-AF65-F5344CB8AC3E}">
        <p14:creationId xmlns:p14="http://schemas.microsoft.com/office/powerpoint/2010/main" val="33011081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F13FE-23F9-CDF3-F221-C4AE4A2EDE1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2A870D7-0B12-ADA0-B84C-605C3813AE1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F128700-4090-E987-B942-2F20D00994C5}"/>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D8F4FE22-E3A8-7203-D7B9-0F2D4F60A34A}"/>
              </a:ext>
            </a:extLst>
          </p:cNvPr>
          <p:cNvSpPr>
            <a:spLocks noGrp="1"/>
          </p:cNvSpPr>
          <p:nvPr>
            <p:ph type="sldNum" sz="quarter" idx="5"/>
          </p:nvPr>
        </p:nvSpPr>
        <p:spPr/>
        <p:txBody>
          <a:bodyPr/>
          <a:lstStyle/>
          <a:p>
            <a:pPr rtl="0"/>
            <a:fld id="{A89C7E07-3C67-C64C-8DA0-0404F6303970}" type="slidenum">
              <a:rPr lang="es-ES" smtClean="0"/>
              <a:t>11</a:t>
            </a:fld>
            <a:endParaRPr lang="es-ES"/>
          </a:p>
        </p:txBody>
      </p:sp>
    </p:spTree>
    <p:extLst>
      <p:ext uri="{BB962C8B-B14F-4D97-AF65-F5344CB8AC3E}">
        <p14:creationId xmlns:p14="http://schemas.microsoft.com/office/powerpoint/2010/main" val="2616774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8FE9C-BD45-95C9-C6EE-43A05E109F8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9FB58A6-A0B4-E782-9791-1B886CA13CC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9F6ACD2-A45B-0AAD-5631-EC3CFAABF6B5}"/>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BF09F8D3-40F3-F88F-E7B6-A484D63E81B3}"/>
              </a:ext>
            </a:extLst>
          </p:cNvPr>
          <p:cNvSpPr>
            <a:spLocks noGrp="1"/>
          </p:cNvSpPr>
          <p:nvPr>
            <p:ph type="sldNum" sz="quarter" idx="5"/>
          </p:nvPr>
        </p:nvSpPr>
        <p:spPr/>
        <p:txBody>
          <a:bodyPr/>
          <a:lstStyle/>
          <a:p>
            <a:pPr rtl="0"/>
            <a:fld id="{A89C7E07-3C67-C64C-8DA0-0404F6303970}" type="slidenum">
              <a:rPr lang="es-ES" smtClean="0"/>
              <a:t>12</a:t>
            </a:fld>
            <a:endParaRPr lang="es-ES"/>
          </a:p>
        </p:txBody>
      </p:sp>
    </p:spTree>
    <p:extLst>
      <p:ext uri="{BB962C8B-B14F-4D97-AF65-F5344CB8AC3E}">
        <p14:creationId xmlns:p14="http://schemas.microsoft.com/office/powerpoint/2010/main" val="11312534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C01CE-DC8B-E93A-A15A-AB6BAB9A882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5A6BB65-96FD-F0C5-2BBC-889718BA539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F0174A6-8E55-902B-57CE-AD140AD0616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C44EACE2-1325-6717-97CD-87D13DD38502}"/>
              </a:ext>
            </a:extLst>
          </p:cNvPr>
          <p:cNvSpPr>
            <a:spLocks noGrp="1"/>
          </p:cNvSpPr>
          <p:nvPr>
            <p:ph type="sldNum" sz="quarter" idx="5"/>
          </p:nvPr>
        </p:nvSpPr>
        <p:spPr/>
        <p:txBody>
          <a:bodyPr/>
          <a:lstStyle/>
          <a:p>
            <a:pPr rtl="0"/>
            <a:fld id="{A89C7E07-3C67-C64C-8DA0-0404F6303970}" type="slidenum">
              <a:rPr lang="es-ES" smtClean="0"/>
              <a:t>13</a:t>
            </a:fld>
            <a:endParaRPr lang="es-ES"/>
          </a:p>
        </p:txBody>
      </p:sp>
    </p:spTree>
    <p:extLst>
      <p:ext uri="{BB962C8B-B14F-4D97-AF65-F5344CB8AC3E}">
        <p14:creationId xmlns:p14="http://schemas.microsoft.com/office/powerpoint/2010/main" val="20659561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8C644-9F94-B3C4-4C5E-326652D7ADC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FBFB2B4-7C61-44C2-E30D-DFB6F02AC52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483316C-19A9-013B-3F00-79176C7D303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7E2B45BF-B8CA-C44B-1F23-AFD76C4A742A}"/>
              </a:ext>
            </a:extLst>
          </p:cNvPr>
          <p:cNvSpPr>
            <a:spLocks noGrp="1"/>
          </p:cNvSpPr>
          <p:nvPr>
            <p:ph type="sldNum" sz="quarter" idx="5"/>
          </p:nvPr>
        </p:nvSpPr>
        <p:spPr/>
        <p:txBody>
          <a:bodyPr/>
          <a:lstStyle/>
          <a:p>
            <a:pPr rtl="0"/>
            <a:fld id="{A89C7E07-3C67-C64C-8DA0-0404F6303970}" type="slidenum">
              <a:rPr lang="es-ES" smtClean="0"/>
              <a:t>14</a:t>
            </a:fld>
            <a:endParaRPr lang="es-ES"/>
          </a:p>
        </p:txBody>
      </p:sp>
    </p:spTree>
    <p:extLst>
      <p:ext uri="{BB962C8B-B14F-4D97-AF65-F5344CB8AC3E}">
        <p14:creationId xmlns:p14="http://schemas.microsoft.com/office/powerpoint/2010/main" val="29899877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F3635-C741-1844-AC6C-77963B4B5E6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E1FAF4E-381B-4C51-65C7-147EA248D6C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BE91B4D-3193-EAE0-BFE7-4DCAA30913D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1904445-04B8-5044-57F2-3587DDAE8D9F}"/>
              </a:ext>
            </a:extLst>
          </p:cNvPr>
          <p:cNvSpPr>
            <a:spLocks noGrp="1"/>
          </p:cNvSpPr>
          <p:nvPr>
            <p:ph type="sldNum" sz="quarter" idx="5"/>
          </p:nvPr>
        </p:nvSpPr>
        <p:spPr/>
        <p:txBody>
          <a:bodyPr/>
          <a:lstStyle/>
          <a:p>
            <a:pPr rtl="0"/>
            <a:fld id="{A89C7E07-3C67-C64C-8DA0-0404F6303970}" type="slidenum">
              <a:rPr lang="es-ES" smtClean="0"/>
              <a:t>15</a:t>
            </a:fld>
            <a:endParaRPr lang="es-ES"/>
          </a:p>
        </p:txBody>
      </p:sp>
    </p:spTree>
    <p:extLst>
      <p:ext uri="{BB962C8B-B14F-4D97-AF65-F5344CB8AC3E}">
        <p14:creationId xmlns:p14="http://schemas.microsoft.com/office/powerpoint/2010/main" val="27784781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BFCD3-A690-9C75-1EC0-6AA1DBA441D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E71435E-E8BE-1393-8A11-B0D47BEBD5D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4C90EBF-B33D-F781-4125-6D4B08FEFF58}"/>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55D4C750-C2D3-14D5-BA2E-F1E17EC4FC44}"/>
              </a:ext>
            </a:extLst>
          </p:cNvPr>
          <p:cNvSpPr>
            <a:spLocks noGrp="1"/>
          </p:cNvSpPr>
          <p:nvPr>
            <p:ph type="sldNum" sz="quarter" idx="5"/>
          </p:nvPr>
        </p:nvSpPr>
        <p:spPr/>
        <p:txBody>
          <a:bodyPr/>
          <a:lstStyle/>
          <a:p>
            <a:pPr rtl="0"/>
            <a:fld id="{A89C7E07-3C67-C64C-8DA0-0404F6303970}" type="slidenum">
              <a:rPr lang="es-ES" smtClean="0"/>
              <a:t>16</a:t>
            </a:fld>
            <a:endParaRPr lang="es-ES"/>
          </a:p>
        </p:txBody>
      </p:sp>
    </p:spTree>
    <p:extLst>
      <p:ext uri="{BB962C8B-B14F-4D97-AF65-F5344CB8AC3E}">
        <p14:creationId xmlns:p14="http://schemas.microsoft.com/office/powerpoint/2010/main" val="35648637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07A7B-B7BE-04CF-4CC8-1AA6B51708F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DE5EBC-231E-2159-8DDC-E47C9518E91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5E622C5-1329-E344-BF97-CCD38B8FE75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F19A4028-F223-E8E0-364E-69BE09132C7B}"/>
              </a:ext>
            </a:extLst>
          </p:cNvPr>
          <p:cNvSpPr>
            <a:spLocks noGrp="1"/>
          </p:cNvSpPr>
          <p:nvPr>
            <p:ph type="sldNum" sz="quarter" idx="5"/>
          </p:nvPr>
        </p:nvSpPr>
        <p:spPr/>
        <p:txBody>
          <a:bodyPr/>
          <a:lstStyle/>
          <a:p>
            <a:pPr rtl="0"/>
            <a:fld id="{A89C7E07-3C67-C64C-8DA0-0404F6303970}" type="slidenum">
              <a:rPr lang="es-ES" smtClean="0"/>
              <a:t>17</a:t>
            </a:fld>
            <a:endParaRPr lang="es-ES"/>
          </a:p>
        </p:txBody>
      </p:sp>
    </p:spTree>
    <p:extLst>
      <p:ext uri="{BB962C8B-B14F-4D97-AF65-F5344CB8AC3E}">
        <p14:creationId xmlns:p14="http://schemas.microsoft.com/office/powerpoint/2010/main" val="42372418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9B174-AE1F-756F-645A-31434F55A84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400B6B6-EDEB-C8AD-DD24-41B9A763B92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DA8DA8D-939F-D5D6-BFE9-0356BC2722AC}"/>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DDF562C8-423A-FD3D-93EF-599FD24BBB7E}"/>
              </a:ext>
            </a:extLst>
          </p:cNvPr>
          <p:cNvSpPr>
            <a:spLocks noGrp="1"/>
          </p:cNvSpPr>
          <p:nvPr>
            <p:ph type="sldNum" sz="quarter" idx="5"/>
          </p:nvPr>
        </p:nvSpPr>
        <p:spPr/>
        <p:txBody>
          <a:bodyPr/>
          <a:lstStyle/>
          <a:p>
            <a:pPr rtl="0"/>
            <a:fld id="{A89C7E07-3C67-C64C-8DA0-0404F6303970}" type="slidenum">
              <a:rPr lang="es-ES" smtClean="0"/>
              <a:t>18</a:t>
            </a:fld>
            <a:endParaRPr lang="es-ES"/>
          </a:p>
        </p:txBody>
      </p:sp>
    </p:spTree>
    <p:extLst>
      <p:ext uri="{BB962C8B-B14F-4D97-AF65-F5344CB8AC3E}">
        <p14:creationId xmlns:p14="http://schemas.microsoft.com/office/powerpoint/2010/main" val="14896473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10A09-BD85-473A-EE98-D8EDDCA438C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B332C17-126B-9FCB-6815-C771017FC27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C1DAE24-2364-86AA-5A48-431D003D3A7C}"/>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F3EC23C7-AD0D-934E-2ECF-175D01A094F8}"/>
              </a:ext>
            </a:extLst>
          </p:cNvPr>
          <p:cNvSpPr>
            <a:spLocks noGrp="1"/>
          </p:cNvSpPr>
          <p:nvPr>
            <p:ph type="sldNum" sz="quarter" idx="5"/>
          </p:nvPr>
        </p:nvSpPr>
        <p:spPr/>
        <p:txBody>
          <a:bodyPr/>
          <a:lstStyle/>
          <a:p>
            <a:pPr rtl="0"/>
            <a:fld id="{A89C7E07-3C67-C64C-8DA0-0404F6303970}" type="slidenum">
              <a:rPr lang="es-ES" smtClean="0"/>
              <a:t>19</a:t>
            </a:fld>
            <a:endParaRPr lang="es-ES"/>
          </a:p>
        </p:txBody>
      </p:sp>
    </p:spTree>
    <p:extLst>
      <p:ext uri="{BB962C8B-B14F-4D97-AF65-F5344CB8AC3E}">
        <p14:creationId xmlns:p14="http://schemas.microsoft.com/office/powerpoint/2010/main" val="40336096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D67B7-88B9-8EFF-A806-7177E84D515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8FB9C8E-EB99-6147-83BC-8C6568682D8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ADA6A49-3D4A-7B5F-F14C-AD7D197A8B49}"/>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A1BCA16-E304-9936-830E-829D85A631FE}"/>
              </a:ext>
            </a:extLst>
          </p:cNvPr>
          <p:cNvSpPr>
            <a:spLocks noGrp="1"/>
          </p:cNvSpPr>
          <p:nvPr>
            <p:ph type="sldNum" sz="quarter" idx="5"/>
          </p:nvPr>
        </p:nvSpPr>
        <p:spPr/>
        <p:txBody>
          <a:bodyPr/>
          <a:lstStyle/>
          <a:p>
            <a:pPr rtl="0"/>
            <a:fld id="{A89C7E07-3C67-C64C-8DA0-0404F6303970}" type="slidenum">
              <a:rPr lang="es-ES" smtClean="0"/>
              <a:t>20</a:t>
            </a:fld>
            <a:endParaRPr lang="es-ES"/>
          </a:p>
        </p:txBody>
      </p:sp>
    </p:spTree>
    <p:extLst>
      <p:ext uri="{BB962C8B-B14F-4D97-AF65-F5344CB8AC3E}">
        <p14:creationId xmlns:p14="http://schemas.microsoft.com/office/powerpoint/2010/main" val="38817660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p:bg>
      <p:bgPr>
        <a:solidFill>
          <a:schemeClr val="tx1"/>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2E31DFB3-42E8-9540-92FB-4AE3F4203FE5}"/>
              </a:ext>
              <a:ext uri="{C183D7F6-B498-43B3-948B-1728B52AA6E4}">
                <adec:decorative xmlns:adec="http://schemas.microsoft.com/office/drawing/2017/decorative" val="1"/>
              </a:ext>
            </a:extLst>
          </p:cNvPr>
          <p:cNvSpPr>
            <a:spLocks/>
          </p:cNvSpPr>
          <p:nvPr userDrawn="1"/>
        </p:nvSpPr>
        <p:spPr bwMode="auto">
          <a:xfrm>
            <a:off x="0" y="1"/>
            <a:ext cx="11158847" cy="5824846"/>
          </a:xfrm>
          <a:prstGeom prst="rect">
            <a:avLst/>
          </a:prstGeom>
          <a:solidFill>
            <a:schemeClr val="accent2"/>
          </a:solidFill>
          <a:ln>
            <a:noFill/>
          </a:ln>
        </p:spPr>
        <p:txBody>
          <a:bodyPr rot="0" vert="horz" wrap="square" lIns="91440" tIns="45720" rIns="91440" bIns="45720" rtlCol="0" anchor="t" anchorCtr="0" upright="1">
            <a:noAutofit/>
          </a:bodyPr>
          <a:lstStyle/>
          <a:p>
            <a:pPr rtl="0"/>
            <a:endParaRPr lang="es-ES" noProof="0"/>
          </a:p>
        </p:txBody>
      </p:sp>
      <p:cxnSp>
        <p:nvCxnSpPr>
          <p:cNvPr id="6" name="Conector recto 5">
            <a:extLst>
              <a:ext uri="{FF2B5EF4-FFF2-40B4-BE49-F238E27FC236}">
                <a16:creationId xmlns:a16="http://schemas.microsoft.com/office/drawing/2014/main" id="{F13C1B90-0A14-7B4B-B05B-357A6A88291E}"/>
              </a:ext>
            </a:extLst>
          </p:cNvPr>
          <p:cNvCxnSpPr>
            <a:cxnSpLocks/>
          </p:cNvCxnSpPr>
          <p:nvPr userDrawn="1"/>
        </p:nvCxnSpPr>
        <p:spPr>
          <a:xfrm>
            <a:off x="1036261" y="4159793"/>
            <a:ext cx="10122586" cy="0"/>
          </a:xfrm>
          <a:prstGeom prst="line">
            <a:avLst/>
          </a:prstGeom>
          <a:ln w="127000"/>
        </p:spPr>
        <p:style>
          <a:lnRef idx="1">
            <a:schemeClr val="dk1"/>
          </a:lnRef>
          <a:fillRef idx="0">
            <a:schemeClr val="dk1"/>
          </a:fillRef>
          <a:effectRef idx="0">
            <a:schemeClr val="dk1"/>
          </a:effectRef>
          <a:fontRef idx="minor">
            <a:schemeClr val="tx1"/>
          </a:fontRef>
        </p:style>
      </p:cxnSp>
      <p:sp>
        <p:nvSpPr>
          <p:cNvPr id="12" name="Marcador de contenido 10">
            <a:extLst>
              <a:ext uri="{FF2B5EF4-FFF2-40B4-BE49-F238E27FC236}">
                <a16:creationId xmlns:a16="http://schemas.microsoft.com/office/drawing/2014/main" id="{90097E88-8912-8A4F-9D00-BDA132434FE4}"/>
              </a:ext>
            </a:extLst>
          </p:cNvPr>
          <p:cNvSpPr>
            <a:spLocks noGrp="1"/>
          </p:cNvSpPr>
          <p:nvPr>
            <p:ph sz="quarter" idx="11" hasCustomPrompt="1"/>
          </p:nvPr>
        </p:nvSpPr>
        <p:spPr>
          <a:xfrm>
            <a:off x="1033153" y="4728131"/>
            <a:ext cx="7806047" cy="281164"/>
          </a:xfrm>
          <a:prstGeom prst="rect">
            <a:avLst/>
          </a:prstGeom>
        </p:spPr>
        <p:txBody>
          <a:bodyPr lIns="0" tIns="0" rIns="0" bIns="0" rtlCol="0"/>
          <a:lstStyle>
            <a:lvl1pPr marL="0" indent="0">
              <a:buNone/>
              <a:defRPr sz="1600"/>
            </a:lvl1pPr>
          </a:lstStyle>
          <a:p>
            <a:pPr lvl="0" rtl="0"/>
            <a:r>
              <a:rPr lang="es-ES" noProof="0"/>
              <a:t>Haga clic para editar</a:t>
            </a:r>
          </a:p>
        </p:txBody>
      </p:sp>
      <p:sp>
        <p:nvSpPr>
          <p:cNvPr id="4" name="Título 3">
            <a:extLst>
              <a:ext uri="{FF2B5EF4-FFF2-40B4-BE49-F238E27FC236}">
                <a16:creationId xmlns:a16="http://schemas.microsoft.com/office/drawing/2014/main" id="{E58E2CE6-6A25-40B9-BD31-82C750738938}"/>
              </a:ext>
            </a:extLst>
          </p:cNvPr>
          <p:cNvSpPr>
            <a:spLocks noGrp="1"/>
          </p:cNvSpPr>
          <p:nvPr>
            <p:ph type="title" hasCustomPrompt="1"/>
          </p:nvPr>
        </p:nvSpPr>
        <p:spPr>
          <a:xfrm>
            <a:off x="976313" y="1656344"/>
            <a:ext cx="7805737" cy="2113466"/>
          </a:xfrm>
          <a:prstGeom prst="rect">
            <a:avLst/>
          </a:prstGeom>
        </p:spPr>
        <p:txBody>
          <a:bodyPr rtlCol="0" anchor="b"/>
          <a:lstStyle>
            <a:lvl1pPr>
              <a:defRPr sz="6000"/>
            </a:lvl1pPr>
          </a:lstStyle>
          <a:p>
            <a:pPr rtl="0"/>
            <a:r>
              <a:rPr lang="es-ES" noProof="0"/>
              <a:t>Haga clic para editar</a:t>
            </a:r>
          </a:p>
        </p:txBody>
      </p:sp>
    </p:spTree>
    <p:extLst>
      <p:ext uri="{BB962C8B-B14F-4D97-AF65-F5344CB8AC3E}">
        <p14:creationId xmlns:p14="http://schemas.microsoft.com/office/powerpoint/2010/main" val="2027108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E7687ADE-BAA9-634F-96B8-ACF4EE9BDFC7}"/>
              </a:ext>
              <a:ext uri="{C183D7F6-B498-43B3-948B-1728B52AA6E4}">
                <adec:decorative xmlns:adec="http://schemas.microsoft.com/office/drawing/2017/decorative" val="1"/>
              </a:ext>
            </a:extLst>
          </p:cNvPr>
          <p:cNvSpPr>
            <a:spLocks/>
          </p:cNvSpPr>
          <p:nvPr userDrawn="1"/>
        </p:nvSpPr>
        <p:spPr bwMode="auto">
          <a:xfrm>
            <a:off x="0" y="-6836"/>
            <a:ext cx="11158847" cy="5824847"/>
          </a:xfrm>
          <a:prstGeom prst="rect">
            <a:avLst/>
          </a:prstGeom>
          <a:solidFill>
            <a:schemeClr val="accent1"/>
          </a:solidFill>
          <a:ln>
            <a:noFill/>
          </a:ln>
        </p:spPr>
        <p:txBody>
          <a:bodyPr rot="0" vert="horz" wrap="square" lIns="91440" tIns="45720" rIns="91440" bIns="45720" rtlCol="0" anchor="t" anchorCtr="0" upright="1">
            <a:noAutofit/>
          </a:bodyPr>
          <a:lstStyle/>
          <a:p>
            <a:pPr rtl="0"/>
            <a:endParaRPr lang="es-ES" noProof="0"/>
          </a:p>
        </p:txBody>
      </p:sp>
      <p:sp>
        <p:nvSpPr>
          <p:cNvPr id="3" name="Marcador de texto 2">
            <a:extLst>
              <a:ext uri="{FF2B5EF4-FFF2-40B4-BE49-F238E27FC236}">
                <a16:creationId xmlns:a16="http://schemas.microsoft.com/office/drawing/2014/main" id="{8BFC26CF-26CC-354C-BB60-AD3E01D575ED}"/>
              </a:ext>
            </a:extLst>
          </p:cNvPr>
          <p:cNvSpPr>
            <a:spLocks noGrp="1"/>
          </p:cNvSpPr>
          <p:nvPr>
            <p:ph type="body" sz="quarter" idx="10" hasCustomPrompt="1"/>
          </p:nvPr>
        </p:nvSpPr>
        <p:spPr>
          <a:xfrm>
            <a:off x="1028700" y="2286000"/>
            <a:ext cx="7810499" cy="2904530"/>
          </a:xfrm>
          <a:prstGeom prst="rect">
            <a:avLst/>
          </a:prstGeom>
        </p:spPr>
        <p:txBody>
          <a:bodyPr lIns="0" tIns="0" rIns="0" bIns="0" rtlCol="0"/>
          <a:lstStyle>
            <a:lvl1pPr marL="0" indent="0">
              <a:lnSpc>
                <a:spcPct val="100000"/>
              </a:lnSpc>
              <a:buNone/>
              <a:defRPr sz="2800"/>
            </a:lvl1pPr>
            <a:lvl2pPr marL="457200" indent="0">
              <a:buNone/>
              <a:defRPr/>
            </a:lvl2pPr>
            <a:lvl3pPr marL="914400" indent="0">
              <a:buNone/>
              <a:defRPr/>
            </a:lvl3pPr>
            <a:lvl4pPr marL="1371600" indent="0">
              <a:buNone/>
              <a:defRPr/>
            </a:lvl4pPr>
            <a:lvl5pPr marL="1828800" indent="0">
              <a:buNone/>
              <a:defRPr/>
            </a:lvl5pPr>
          </a:lstStyle>
          <a:p>
            <a:pPr lvl="0" rtl="0"/>
            <a:r>
              <a:rPr lang="es-ES" noProof="0"/>
              <a:t>Haga clic para editar</a:t>
            </a:r>
          </a:p>
        </p:txBody>
      </p:sp>
      <p:cxnSp>
        <p:nvCxnSpPr>
          <p:cNvPr id="11" name="Conector recto 10">
            <a:extLst>
              <a:ext uri="{FF2B5EF4-FFF2-40B4-BE49-F238E27FC236}">
                <a16:creationId xmlns:a16="http://schemas.microsoft.com/office/drawing/2014/main" id="{BBEC4E73-6A9F-2F46-89D1-559CE56C12BE}"/>
              </a:ext>
            </a:extLst>
          </p:cNvPr>
          <p:cNvCxnSpPr>
            <a:cxnSpLocks/>
          </p:cNvCxnSpPr>
          <p:nvPr userDrawn="1"/>
        </p:nvCxnSpPr>
        <p:spPr>
          <a:xfrm>
            <a:off x="1033153" y="1871272"/>
            <a:ext cx="10125694" cy="0"/>
          </a:xfrm>
          <a:prstGeom prst="line">
            <a:avLst/>
          </a:prstGeom>
          <a:ln w="76200"/>
        </p:spPr>
        <p:style>
          <a:lnRef idx="1">
            <a:schemeClr val="dk1"/>
          </a:lnRef>
          <a:fillRef idx="0">
            <a:schemeClr val="dk1"/>
          </a:fillRef>
          <a:effectRef idx="0">
            <a:schemeClr val="dk1"/>
          </a:effectRef>
          <a:fontRef idx="minor">
            <a:schemeClr val="tx1"/>
          </a:fontRef>
        </p:style>
      </p:cxnSp>
      <p:sp>
        <p:nvSpPr>
          <p:cNvPr id="17" name="Título 1">
            <a:extLst>
              <a:ext uri="{FF2B5EF4-FFF2-40B4-BE49-F238E27FC236}">
                <a16:creationId xmlns:a16="http://schemas.microsoft.com/office/drawing/2014/main" id="{88BFD865-74BB-5B40-8DA8-7D7B921A75F5}"/>
              </a:ext>
            </a:extLst>
          </p:cNvPr>
          <p:cNvSpPr>
            <a:spLocks noGrp="1"/>
          </p:cNvSpPr>
          <p:nvPr>
            <p:ph type="title" hasCustomPrompt="1"/>
          </p:nvPr>
        </p:nvSpPr>
        <p:spPr>
          <a:xfrm>
            <a:off x="1028700" y="999068"/>
            <a:ext cx="7810500" cy="645284"/>
          </a:xfrm>
          <a:prstGeom prst="rect">
            <a:avLst/>
          </a:prstGeom>
        </p:spPr>
        <p:txBody>
          <a:bodyPr lIns="0" tIns="0" rIns="0" bIns="0" rtlCol="0" anchor="b"/>
          <a:lstStyle/>
          <a:p>
            <a:pPr rtl="0"/>
            <a:r>
              <a:rPr lang="es-ES" noProof="0"/>
              <a:t>Haga clic para editar</a:t>
            </a:r>
          </a:p>
        </p:txBody>
      </p:sp>
      <p:sp>
        <p:nvSpPr>
          <p:cNvPr id="9" name="Marcador de fecha 8">
            <a:extLst>
              <a:ext uri="{FF2B5EF4-FFF2-40B4-BE49-F238E27FC236}">
                <a16:creationId xmlns:a16="http://schemas.microsoft.com/office/drawing/2014/main" id="{5A4B708A-874B-4F75-A235-6908EB43FA85}"/>
              </a:ext>
            </a:extLst>
          </p:cNvPr>
          <p:cNvSpPr>
            <a:spLocks noGrp="1"/>
          </p:cNvSpPr>
          <p:nvPr>
            <p:ph type="dt" sz="half" idx="11"/>
          </p:nvPr>
        </p:nvSpPr>
        <p:spPr/>
        <p:txBody>
          <a:bodyPr rtlCol="0"/>
          <a:lstStyle/>
          <a:p>
            <a:pPr rtl="0"/>
            <a:r>
              <a:rPr lang="es-ES" noProof="0"/>
              <a:t>3 septiembre de 20XX </a:t>
            </a:r>
          </a:p>
        </p:txBody>
      </p:sp>
      <p:sp>
        <p:nvSpPr>
          <p:cNvPr id="13" name="Marcador de pie de página 12">
            <a:extLst>
              <a:ext uri="{FF2B5EF4-FFF2-40B4-BE49-F238E27FC236}">
                <a16:creationId xmlns:a16="http://schemas.microsoft.com/office/drawing/2014/main" id="{71D589B3-67A1-4B39-9EEF-2FB7AB10ECED}"/>
              </a:ext>
            </a:extLst>
          </p:cNvPr>
          <p:cNvSpPr>
            <a:spLocks noGrp="1"/>
          </p:cNvSpPr>
          <p:nvPr>
            <p:ph type="ftr" sz="quarter" idx="12"/>
          </p:nvPr>
        </p:nvSpPr>
        <p:spPr/>
        <p:txBody>
          <a:bodyPr rtlCol="0"/>
          <a:lstStyle/>
          <a:p>
            <a:pPr rtl="0"/>
            <a:r>
              <a:rPr lang="es-ES" noProof="0">
                <a:solidFill>
                  <a:schemeClr val="bg1"/>
                </a:solidFill>
              </a:rPr>
              <a:t>Revisión anual</a:t>
            </a:r>
          </a:p>
        </p:txBody>
      </p:sp>
      <p:sp>
        <p:nvSpPr>
          <p:cNvPr id="14" name="Marcador de número de diapositiva 13">
            <a:extLst>
              <a:ext uri="{FF2B5EF4-FFF2-40B4-BE49-F238E27FC236}">
                <a16:creationId xmlns:a16="http://schemas.microsoft.com/office/drawing/2014/main" id="{F5D91E6B-55B5-4092-AD3B-F7E1FD004599}"/>
              </a:ext>
            </a:extLst>
          </p:cNvPr>
          <p:cNvSpPr>
            <a:spLocks noGrp="1"/>
          </p:cNvSpPr>
          <p:nvPr>
            <p:ph type="sldNum" sz="quarter" idx="13"/>
          </p:nvPr>
        </p:nvSpPr>
        <p:spPr/>
        <p:txBody>
          <a:bodyPr rtlCol="0"/>
          <a:lstStyle/>
          <a:p>
            <a:pPr rtl="0"/>
            <a:fld id="{7782931A-7D25-4B4B-9464-57AE418934A3}" type="slidenum">
              <a:rPr lang="es-ES" noProof="0" smtClean="0"/>
              <a:pPr rtl="0"/>
              <a:t>‹Nº›</a:t>
            </a:fld>
            <a:endParaRPr lang="es-ES" noProof="0"/>
          </a:p>
        </p:txBody>
      </p:sp>
    </p:spTree>
    <p:extLst>
      <p:ext uri="{BB962C8B-B14F-4D97-AF65-F5344CB8AC3E}">
        <p14:creationId xmlns:p14="http://schemas.microsoft.com/office/powerpoint/2010/main" val="711631227"/>
      </p:ext>
    </p:extLst>
  </p:cSld>
  <p:clrMapOvr>
    <a:masterClrMapping/>
  </p:clrMapOvr>
  <p:extLst>
    <p:ext uri="{DCECCB84-F9BA-43D5-87BE-67443E8EF086}">
      <p15:sldGuideLst xmlns:p15="http://schemas.microsoft.com/office/powerpoint/2012/main">
        <p15:guide id="2" pos="648">
          <p15:clr>
            <a:srgbClr val="FBAE40"/>
          </p15:clr>
        </p15:guide>
        <p15:guide id="4" orient="horz" pos="1152" userDrawn="1">
          <p15:clr>
            <a:srgbClr val="FBAE40"/>
          </p15:clr>
        </p15:guide>
        <p15:guide id="5" orient="horz" pos="14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ción">
    <p:spTree>
      <p:nvGrpSpPr>
        <p:cNvPr id="1" name=""/>
        <p:cNvGrpSpPr/>
        <p:nvPr/>
      </p:nvGrpSpPr>
      <p:grpSpPr>
        <a:xfrm>
          <a:off x="0" y="0"/>
          <a:ext cx="0" cy="0"/>
          <a:chOff x="0" y="0"/>
          <a:chExt cx="0" cy="0"/>
        </a:xfrm>
      </p:grpSpPr>
      <p:sp>
        <p:nvSpPr>
          <p:cNvPr id="24" name="Título 1">
            <a:extLst>
              <a:ext uri="{FF2B5EF4-FFF2-40B4-BE49-F238E27FC236}">
                <a16:creationId xmlns:a16="http://schemas.microsoft.com/office/drawing/2014/main" id="{B35C0DBA-B958-984A-8540-551D3604D6D8}"/>
              </a:ext>
            </a:extLst>
          </p:cNvPr>
          <p:cNvSpPr>
            <a:spLocks noGrp="1"/>
          </p:cNvSpPr>
          <p:nvPr>
            <p:ph type="title" hasCustomPrompt="1"/>
          </p:nvPr>
        </p:nvSpPr>
        <p:spPr>
          <a:xfrm>
            <a:off x="1028700" y="999068"/>
            <a:ext cx="4876800" cy="645284"/>
          </a:xfrm>
          <a:prstGeom prst="rect">
            <a:avLst/>
          </a:prstGeom>
        </p:spPr>
        <p:txBody>
          <a:bodyPr lIns="0" tIns="0" rIns="0" bIns="0" rtlCol="0" anchor="b"/>
          <a:lstStyle/>
          <a:p>
            <a:pPr rtl="0"/>
            <a:r>
              <a:rPr lang="es-ES" noProof="0"/>
              <a:t>Haga clic para editar</a:t>
            </a:r>
          </a:p>
        </p:txBody>
      </p:sp>
      <p:sp>
        <p:nvSpPr>
          <p:cNvPr id="25" name="Marcador de contenido 2">
            <a:extLst>
              <a:ext uri="{FF2B5EF4-FFF2-40B4-BE49-F238E27FC236}">
                <a16:creationId xmlns:a16="http://schemas.microsoft.com/office/drawing/2014/main" id="{0C9ECF50-A899-D84A-8DA7-545D7B1945C4}"/>
              </a:ext>
            </a:extLst>
          </p:cNvPr>
          <p:cNvSpPr>
            <a:spLocks noGrp="1"/>
          </p:cNvSpPr>
          <p:nvPr>
            <p:ph sz="half" idx="1" hasCustomPrompt="1"/>
          </p:nvPr>
        </p:nvSpPr>
        <p:spPr>
          <a:xfrm>
            <a:off x="1028700" y="2286003"/>
            <a:ext cx="4876800" cy="3568696"/>
          </a:xfrm>
          <a:prstGeom prst="rect">
            <a:avLst/>
          </a:prstGeom>
        </p:spPr>
        <p:txBody>
          <a:bodyPr lIns="0" tIns="0" rIns="0" bIns="0" rtlCol="0"/>
          <a:lstStyle>
            <a:lvl1pPr marL="0" indent="0">
              <a:lnSpc>
                <a:spcPct val="100000"/>
              </a:lnSpc>
              <a:buNone/>
              <a:defRPr sz="1800"/>
            </a:lvl1pPr>
            <a:lvl2pPr marL="457200" indent="0">
              <a:buNone/>
              <a:defRPr sz="2000"/>
            </a:lvl2pPr>
            <a:lvl3pPr marL="914400" indent="0">
              <a:buNone/>
              <a:defRPr sz="2000"/>
            </a:lvl3pPr>
            <a:lvl4pPr marL="1371600" indent="0">
              <a:buNone/>
              <a:defRPr sz="2000"/>
            </a:lvl4pPr>
            <a:lvl5pPr marL="1828800" indent="0">
              <a:buNone/>
              <a:defRPr sz="2000"/>
            </a:lvl5pPr>
          </a:lstStyle>
          <a:p>
            <a:pPr lvl="0" rtl="0"/>
            <a:r>
              <a:rPr lang="es-ES" noProof="0"/>
              <a:t>Haga clic para editar</a:t>
            </a:r>
          </a:p>
        </p:txBody>
      </p:sp>
      <p:cxnSp>
        <p:nvCxnSpPr>
          <p:cNvPr id="11" name="Conector recto 10">
            <a:extLst>
              <a:ext uri="{FF2B5EF4-FFF2-40B4-BE49-F238E27FC236}">
                <a16:creationId xmlns:a16="http://schemas.microsoft.com/office/drawing/2014/main" id="{0C23E260-2F88-C54F-893E-80966D14934A}"/>
              </a:ext>
            </a:extLst>
          </p:cNvPr>
          <p:cNvCxnSpPr>
            <a:cxnSpLocks/>
          </p:cNvCxnSpPr>
          <p:nvPr userDrawn="1"/>
        </p:nvCxnSpPr>
        <p:spPr>
          <a:xfrm>
            <a:off x="1033153" y="1869925"/>
            <a:ext cx="4872347" cy="0"/>
          </a:xfrm>
          <a:prstGeom prst="line">
            <a:avLst/>
          </a:prstGeom>
          <a:ln w="76200"/>
        </p:spPr>
        <p:style>
          <a:lnRef idx="1">
            <a:schemeClr val="dk1"/>
          </a:lnRef>
          <a:fillRef idx="0">
            <a:schemeClr val="dk1"/>
          </a:fillRef>
          <a:effectRef idx="0">
            <a:schemeClr val="dk1"/>
          </a:effectRef>
          <a:fontRef idx="minor">
            <a:schemeClr val="tx1"/>
          </a:fontRef>
        </p:style>
      </p:cxnSp>
      <p:sp>
        <p:nvSpPr>
          <p:cNvPr id="4" name="Marcador de posición de imagen 3">
            <a:extLst>
              <a:ext uri="{FF2B5EF4-FFF2-40B4-BE49-F238E27FC236}">
                <a16:creationId xmlns:a16="http://schemas.microsoft.com/office/drawing/2014/main" id="{141785DC-164D-344A-8D61-85C59CABECCD}"/>
              </a:ext>
            </a:extLst>
          </p:cNvPr>
          <p:cNvSpPr>
            <a:spLocks noGrp="1"/>
          </p:cNvSpPr>
          <p:nvPr>
            <p:ph type="pic" sz="quarter" idx="10"/>
          </p:nvPr>
        </p:nvSpPr>
        <p:spPr>
          <a:xfrm>
            <a:off x="7354824" y="990600"/>
            <a:ext cx="4837176" cy="4837176"/>
          </a:xfrm>
          <a:prstGeom prst="rect">
            <a:avLst/>
          </a:prstGeom>
        </p:spPr>
        <p:txBody>
          <a:bodyPr rtlCol="0"/>
          <a:lstStyle/>
          <a:p>
            <a:pPr rtl="0"/>
            <a:r>
              <a:rPr lang="es-MX" noProof="0"/>
              <a:t>Haz clic en el icono para agregar una imagen</a:t>
            </a:r>
            <a:endParaRPr lang="es-ES" noProof="0"/>
          </a:p>
        </p:txBody>
      </p:sp>
      <p:sp>
        <p:nvSpPr>
          <p:cNvPr id="6" name="Marcador de fecha 5">
            <a:extLst>
              <a:ext uri="{FF2B5EF4-FFF2-40B4-BE49-F238E27FC236}">
                <a16:creationId xmlns:a16="http://schemas.microsoft.com/office/drawing/2014/main" id="{AAE1D3B9-B2D1-4927-BE44-8408FBD84C06}"/>
              </a:ext>
            </a:extLst>
          </p:cNvPr>
          <p:cNvSpPr>
            <a:spLocks noGrp="1"/>
          </p:cNvSpPr>
          <p:nvPr>
            <p:ph type="dt" sz="half" idx="11"/>
          </p:nvPr>
        </p:nvSpPr>
        <p:spPr/>
        <p:txBody>
          <a:bodyPr rtlCol="0"/>
          <a:lstStyle/>
          <a:p>
            <a:pPr rtl="0"/>
            <a:r>
              <a:rPr lang="es-ES" noProof="0"/>
              <a:t>3 septiembre de 20XX </a:t>
            </a:r>
          </a:p>
        </p:txBody>
      </p:sp>
      <p:sp>
        <p:nvSpPr>
          <p:cNvPr id="7" name="Marcador de pie de página 6">
            <a:extLst>
              <a:ext uri="{FF2B5EF4-FFF2-40B4-BE49-F238E27FC236}">
                <a16:creationId xmlns:a16="http://schemas.microsoft.com/office/drawing/2014/main" id="{67447116-BCE7-456E-88B8-96ADC76E5FC5}"/>
              </a:ext>
            </a:extLst>
          </p:cNvPr>
          <p:cNvSpPr>
            <a:spLocks noGrp="1"/>
          </p:cNvSpPr>
          <p:nvPr>
            <p:ph type="ftr" sz="quarter" idx="12"/>
          </p:nvPr>
        </p:nvSpPr>
        <p:spPr/>
        <p:txBody>
          <a:bodyPr rtlCol="0"/>
          <a:lstStyle/>
          <a:p>
            <a:pPr rtl="0"/>
            <a:r>
              <a:rPr lang="es-ES" noProof="0">
                <a:solidFill>
                  <a:schemeClr val="bg1"/>
                </a:solidFill>
              </a:rPr>
              <a:t>Revisión anual</a:t>
            </a:r>
          </a:p>
        </p:txBody>
      </p:sp>
      <p:sp>
        <p:nvSpPr>
          <p:cNvPr id="8" name="Marcador de número de diapositiva 7">
            <a:extLst>
              <a:ext uri="{FF2B5EF4-FFF2-40B4-BE49-F238E27FC236}">
                <a16:creationId xmlns:a16="http://schemas.microsoft.com/office/drawing/2014/main" id="{D03B6347-A35F-4216-9988-7393E598E123}"/>
              </a:ext>
            </a:extLst>
          </p:cNvPr>
          <p:cNvSpPr>
            <a:spLocks noGrp="1"/>
          </p:cNvSpPr>
          <p:nvPr>
            <p:ph type="sldNum" sz="quarter" idx="13"/>
          </p:nvPr>
        </p:nvSpPr>
        <p:spPr/>
        <p:txBody>
          <a:bodyPr rtlCol="0"/>
          <a:lstStyle/>
          <a:p>
            <a:pPr rtl="0"/>
            <a:fld id="{7782931A-7D25-4B4B-9464-57AE418934A3}" type="slidenum">
              <a:rPr lang="es-ES" noProof="0" smtClean="0"/>
              <a:pPr rtl="0"/>
              <a:t>‹Nº›</a:t>
            </a:fld>
            <a:endParaRPr lang="es-ES" noProof="0"/>
          </a:p>
        </p:txBody>
      </p:sp>
    </p:spTree>
    <p:extLst>
      <p:ext uri="{BB962C8B-B14F-4D97-AF65-F5344CB8AC3E}">
        <p14:creationId xmlns:p14="http://schemas.microsoft.com/office/powerpoint/2010/main" val="2426016581"/>
      </p:ext>
    </p:extLst>
  </p:cSld>
  <p:clrMapOvr>
    <a:masterClrMapping/>
  </p:clrMapOvr>
  <p:extLst>
    <p:ext uri="{DCECCB84-F9BA-43D5-87BE-67443E8EF086}">
      <p15:sldGuideLst xmlns:p15="http://schemas.microsoft.com/office/powerpoint/2012/main">
        <p15:guide id="2" pos="648">
          <p15:clr>
            <a:srgbClr val="FBAE40"/>
          </p15:clr>
        </p15:guide>
        <p15:guide id="4" orient="horz" pos="1152" userDrawn="1">
          <p15:clr>
            <a:srgbClr val="FBAE40"/>
          </p15:clr>
        </p15:guide>
        <p15:guide id="5" orient="horz" pos="14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alto de sección">
    <p:spTree>
      <p:nvGrpSpPr>
        <p:cNvPr id="1" name=""/>
        <p:cNvGrpSpPr/>
        <p:nvPr/>
      </p:nvGrpSpPr>
      <p:grpSpPr>
        <a:xfrm>
          <a:off x="0" y="0"/>
          <a:ext cx="0" cy="0"/>
          <a:chOff x="0" y="0"/>
          <a:chExt cx="0" cy="0"/>
        </a:xfrm>
      </p:grpSpPr>
      <p:sp>
        <p:nvSpPr>
          <p:cNvPr id="3" name="Marcador de posición de imagen 2">
            <a:extLst>
              <a:ext uri="{FF2B5EF4-FFF2-40B4-BE49-F238E27FC236}">
                <a16:creationId xmlns:a16="http://schemas.microsoft.com/office/drawing/2014/main" id="{6FD808B2-C5CA-FE45-B556-461D856BF7A0}"/>
              </a:ext>
            </a:extLst>
          </p:cNvPr>
          <p:cNvSpPr>
            <a:spLocks noGrp="1"/>
          </p:cNvSpPr>
          <p:nvPr>
            <p:ph type="pic" sz="quarter" idx="10"/>
          </p:nvPr>
        </p:nvSpPr>
        <p:spPr>
          <a:xfrm>
            <a:off x="0" y="0"/>
            <a:ext cx="12192000" cy="6858000"/>
          </a:xfrm>
          <a:prstGeom prst="rect">
            <a:avLst/>
          </a:prstGeom>
        </p:spPr>
        <p:txBody>
          <a:bodyPr rtlCol="0"/>
          <a:lstStyle/>
          <a:p>
            <a:pPr rtl="0"/>
            <a:r>
              <a:rPr lang="es-MX" noProof="0"/>
              <a:t>Haz clic en el icono para agregar una imagen</a:t>
            </a:r>
            <a:endParaRPr lang="es-ES" noProof="0"/>
          </a:p>
        </p:txBody>
      </p:sp>
      <p:cxnSp>
        <p:nvCxnSpPr>
          <p:cNvPr id="11" name="Conector recto 10">
            <a:extLst>
              <a:ext uri="{FF2B5EF4-FFF2-40B4-BE49-F238E27FC236}">
                <a16:creationId xmlns:a16="http://schemas.microsoft.com/office/drawing/2014/main" id="{4425CA9F-967F-1545-8E32-09F4DB0F04F6}"/>
              </a:ext>
            </a:extLst>
          </p:cNvPr>
          <p:cNvCxnSpPr>
            <a:cxnSpLocks/>
          </p:cNvCxnSpPr>
          <p:nvPr userDrawn="1"/>
        </p:nvCxnSpPr>
        <p:spPr>
          <a:xfrm flipV="1">
            <a:off x="1044475" y="1862667"/>
            <a:ext cx="10103049" cy="8670"/>
          </a:xfrm>
          <a:prstGeom prst="line">
            <a:avLst/>
          </a:prstGeom>
          <a:ln w="76200"/>
        </p:spPr>
        <p:style>
          <a:lnRef idx="1">
            <a:schemeClr val="dk1"/>
          </a:lnRef>
          <a:fillRef idx="0">
            <a:schemeClr val="dk1"/>
          </a:fillRef>
          <a:effectRef idx="0">
            <a:schemeClr val="dk1"/>
          </a:effectRef>
          <a:fontRef idx="minor">
            <a:schemeClr val="tx1"/>
          </a:fontRef>
        </p:style>
      </p:cxnSp>
      <p:sp>
        <p:nvSpPr>
          <p:cNvPr id="15" name="Título 1">
            <a:extLst>
              <a:ext uri="{FF2B5EF4-FFF2-40B4-BE49-F238E27FC236}">
                <a16:creationId xmlns:a16="http://schemas.microsoft.com/office/drawing/2014/main" id="{69DD4EBD-237B-7245-A9C2-A37674E23EEF}"/>
              </a:ext>
            </a:extLst>
          </p:cNvPr>
          <p:cNvSpPr>
            <a:spLocks noGrp="1"/>
          </p:cNvSpPr>
          <p:nvPr>
            <p:ph type="title" hasCustomPrompt="1"/>
          </p:nvPr>
        </p:nvSpPr>
        <p:spPr>
          <a:xfrm>
            <a:off x="1028700" y="999068"/>
            <a:ext cx="7810500" cy="645284"/>
          </a:xfrm>
          <a:prstGeom prst="rect">
            <a:avLst/>
          </a:prstGeom>
        </p:spPr>
        <p:txBody>
          <a:bodyPr lIns="0" tIns="0" rIns="0" bIns="0" rtlCol="0" anchor="b"/>
          <a:lstStyle/>
          <a:p>
            <a:pPr rtl="0"/>
            <a:r>
              <a:rPr lang="es-ES" noProof="0"/>
              <a:t>Haga clic para editar</a:t>
            </a:r>
          </a:p>
        </p:txBody>
      </p:sp>
    </p:spTree>
    <p:extLst>
      <p:ext uri="{BB962C8B-B14F-4D97-AF65-F5344CB8AC3E}">
        <p14:creationId xmlns:p14="http://schemas.microsoft.com/office/powerpoint/2010/main" val="2681577982"/>
      </p:ext>
    </p:extLst>
  </p:cSld>
  <p:clrMapOvr>
    <a:masterClrMapping/>
  </p:clrMapOvr>
  <p:extLst>
    <p:ext uri="{DCECCB84-F9BA-43D5-87BE-67443E8EF086}">
      <p15:sldGuideLst xmlns:p15="http://schemas.microsoft.com/office/powerpoint/2012/main">
        <p15:guide id="2" pos="648">
          <p15:clr>
            <a:srgbClr val="FBAE40"/>
          </p15:clr>
        </p15:guide>
        <p15:guide id="4" orient="horz" pos="115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ráfico">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BBA6D65B-10A2-D743-9FFA-D14B8696F310}"/>
              </a:ext>
              <a:ext uri="{C183D7F6-B498-43B3-948B-1728B52AA6E4}">
                <adec:decorative xmlns:adec="http://schemas.microsoft.com/office/drawing/2017/decorative" val="1"/>
              </a:ext>
            </a:extLst>
          </p:cNvPr>
          <p:cNvSpPr>
            <a:spLocks/>
          </p:cNvSpPr>
          <p:nvPr userDrawn="1"/>
        </p:nvSpPr>
        <p:spPr bwMode="auto">
          <a:xfrm>
            <a:off x="0" y="-6836"/>
            <a:ext cx="11158847" cy="5824847"/>
          </a:xfrm>
          <a:prstGeom prst="rect">
            <a:avLst/>
          </a:prstGeom>
          <a:solidFill>
            <a:schemeClr val="accent1"/>
          </a:solidFill>
          <a:ln>
            <a:noFill/>
          </a:ln>
        </p:spPr>
        <p:txBody>
          <a:bodyPr rot="0" vert="horz" wrap="square" lIns="91440" tIns="45720" rIns="91440" bIns="45720" rtlCol="0" anchor="t" anchorCtr="0" upright="1">
            <a:noAutofit/>
          </a:bodyPr>
          <a:lstStyle/>
          <a:p>
            <a:pPr rtl="0"/>
            <a:endParaRPr lang="es-ES" noProof="0"/>
          </a:p>
        </p:txBody>
      </p:sp>
      <p:sp>
        <p:nvSpPr>
          <p:cNvPr id="10" name="Marcador de posición de gráfico 3">
            <a:extLst>
              <a:ext uri="{FF2B5EF4-FFF2-40B4-BE49-F238E27FC236}">
                <a16:creationId xmlns:a16="http://schemas.microsoft.com/office/drawing/2014/main" id="{FCB9F5CF-0F1D-284B-B997-AC308FED47B9}"/>
              </a:ext>
            </a:extLst>
          </p:cNvPr>
          <p:cNvSpPr>
            <a:spLocks noGrp="1"/>
          </p:cNvSpPr>
          <p:nvPr>
            <p:ph type="chart" sz="quarter" idx="11"/>
          </p:nvPr>
        </p:nvSpPr>
        <p:spPr>
          <a:xfrm>
            <a:off x="951345" y="2286000"/>
            <a:ext cx="9145155" cy="3164926"/>
          </a:xfrm>
          <a:prstGeom prst="rect">
            <a:avLst/>
          </a:prstGeom>
        </p:spPr>
        <p:txBody>
          <a:bodyPr rtlCol="0"/>
          <a:lstStyle/>
          <a:p>
            <a:pPr rtl="0"/>
            <a:r>
              <a:rPr lang="es-MX" noProof="0"/>
              <a:t>Haz clic en el icono para agregar un gráfico</a:t>
            </a:r>
            <a:endParaRPr lang="es-ES" noProof="0"/>
          </a:p>
        </p:txBody>
      </p:sp>
      <p:sp>
        <p:nvSpPr>
          <p:cNvPr id="11" name="Título 1">
            <a:extLst>
              <a:ext uri="{FF2B5EF4-FFF2-40B4-BE49-F238E27FC236}">
                <a16:creationId xmlns:a16="http://schemas.microsoft.com/office/drawing/2014/main" id="{A5652B48-7CDD-5645-B29B-54727CA5FFDF}"/>
              </a:ext>
            </a:extLst>
          </p:cNvPr>
          <p:cNvSpPr>
            <a:spLocks noGrp="1"/>
          </p:cNvSpPr>
          <p:nvPr>
            <p:ph type="title" hasCustomPrompt="1"/>
          </p:nvPr>
        </p:nvSpPr>
        <p:spPr>
          <a:xfrm>
            <a:off x="1028700" y="999068"/>
            <a:ext cx="7810500" cy="645284"/>
          </a:xfrm>
          <a:prstGeom prst="rect">
            <a:avLst/>
          </a:prstGeom>
        </p:spPr>
        <p:txBody>
          <a:bodyPr lIns="0" tIns="0" rIns="0" bIns="0" rtlCol="0" anchor="b"/>
          <a:lstStyle/>
          <a:p>
            <a:pPr rtl="0"/>
            <a:r>
              <a:rPr lang="es-ES" noProof="0"/>
              <a:t>Haga clic para editar</a:t>
            </a:r>
          </a:p>
        </p:txBody>
      </p:sp>
      <p:cxnSp>
        <p:nvCxnSpPr>
          <p:cNvPr id="12" name="Conector recto 11">
            <a:extLst>
              <a:ext uri="{FF2B5EF4-FFF2-40B4-BE49-F238E27FC236}">
                <a16:creationId xmlns:a16="http://schemas.microsoft.com/office/drawing/2014/main" id="{0C0F4C76-2690-7448-8D03-9692C2BB1016}"/>
              </a:ext>
            </a:extLst>
          </p:cNvPr>
          <p:cNvCxnSpPr>
            <a:cxnSpLocks/>
          </p:cNvCxnSpPr>
          <p:nvPr userDrawn="1"/>
        </p:nvCxnSpPr>
        <p:spPr>
          <a:xfrm>
            <a:off x="1033153" y="1871272"/>
            <a:ext cx="10125694" cy="0"/>
          </a:xfrm>
          <a:prstGeom prst="line">
            <a:avLst/>
          </a:prstGeom>
          <a:ln w="76200"/>
        </p:spPr>
        <p:style>
          <a:lnRef idx="1">
            <a:schemeClr val="dk1"/>
          </a:lnRef>
          <a:fillRef idx="0">
            <a:schemeClr val="dk1"/>
          </a:fillRef>
          <a:effectRef idx="0">
            <a:schemeClr val="dk1"/>
          </a:effectRef>
          <a:fontRef idx="minor">
            <a:schemeClr val="tx1"/>
          </a:fontRef>
        </p:style>
      </p:cxnSp>
      <p:sp>
        <p:nvSpPr>
          <p:cNvPr id="5" name="Marcador de fecha 4">
            <a:extLst>
              <a:ext uri="{FF2B5EF4-FFF2-40B4-BE49-F238E27FC236}">
                <a16:creationId xmlns:a16="http://schemas.microsoft.com/office/drawing/2014/main" id="{BA1C09B5-CD25-4B65-9120-D8EBD79ABC86}"/>
              </a:ext>
            </a:extLst>
          </p:cNvPr>
          <p:cNvSpPr>
            <a:spLocks noGrp="1"/>
          </p:cNvSpPr>
          <p:nvPr>
            <p:ph type="dt" sz="half" idx="12"/>
          </p:nvPr>
        </p:nvSpPr>
        <p:spPr/>
        <p:txBody>
          <a:bodyPr rtlCol="0"/>
          <a:lstStyle/>
          <a:p>
            <a:pPr rtl="0"/>
            <a:r>
              <a:rPr lang="es-ES" noProof="0"/>
              <a:t>3 septiembre de 20XX </a:t>
            </a:r>
          </a:p>
        </p:txBody>
      </p:sp>
      <p:sp>
        <p:nvSpPr>
          <p:cNvPr id="6" name="Marcador de pie de página 5">
            <a:extLst>
              <a:ext uri="{FF2B5EF4-FFF2-40B4-BE49-F238E27FC236}">
                <a16:creationId xmlns:a16="http://schemas.microsoft.com/office/drawing/2014/main" id="{EC6281DE-BBF4-4AA1-B110-DC418232A013}"/>
              </a:ext>
            </a:extLst>
          </p:cNvPr>
          <p:cNvSpPr>
            <a:spLocks noGrp="1"/>
          </p:cNvSpPr>
          <p:nvPr>
            <p:ph type="ftr" sz="quarter" idx="13"/>
          </p:nvPr>
        </p:nvSpPr>
        <p:spPr/>
        <p:txBody>
          <a:bodyPr rtlCol="0"/>
          <a:lstStyle/>
          <a:p>
            <a:pPr rtl="0"/>
            <a:r>
              <a:rPr lang="es-ES" noProof="0">
                <a:solidFill>
                  <a:schemeClr val="bg1"/>
                </a:solidFill>
              </a:rPr>
              <a:t>Revisión anual</a:t>
            </a:r>
          </a:p>
        </p:txBody>
      </p:sp>
      <p:sp>
        <p:nvSpPr>
          <p:cNvPr id="7" name="Marcador de número de diapositiva 6">
            <a:extLst>
              <a:ext uri="{FF2B5EF4-FFF2-40B4-BE49-F238E27FC236}">
                <a16:creationId xmlns:a16="http://schemas.microsoft.com/office/drawing/2014/main" id="{7839333A-6926-414D-9C9D-B62395A38A86}"/>
              </a:ext>
            </a:extLst>
          </p:cNvPr>
          <p:cNvSpPr>
            <a:spLocks noGrp="1"/>
          </p:cNvSpPr>
          <p:nvPr>
            <p:ph type="sldNum" sz="quarter" idx="14"/>
          </p:nvPr>
        </p:nvSpPr>
        <p:spPr/>
        <p:txBody>
          <a:bodyPr rtlCol="0"/>
          <a:lstStyle/>
          <a:p>
            <a:pPr rtl="0"/>
            <a:fld id="{7782931A-7D25-4B4B-9464-57AE418934A3}" type="slidenum">
              <a:rPr lang="es-ES" noProof="0" smtClean="0"/>
              <a:pPr rtl="0"/>
              <a:t>‹Nº›</a:t>
            </a:fld>
            <a:endParaRPr lang="es-ES" noProof="0"/>
          </a:p>
        </p:txBody>
      </p:sp>
    </p:spTree>
    <p:extLst>
      <p:ext uri="{BB962C8B-B14F-4D97-AF65-F5344CB8AC3E}">
        <p14:creationId xmlns:p14="http://schemas.microsoft.com/office/powerpoint/2010/main" val="2653965856"/>
      </p:ext>
    </p:extLst>
  </p:cSld>
  <p:clrMapOvr>
    <a:masterClrMapping/>
  </p:clrMapOvr>
  <p:extLst>
    <p:ext uri="{DCECCB84-F9BA-43D5-87BE-67443E8EF086}">
      <p15:sldGuideLst xmlns:p15="http://schemas.microsoft.com/office/powerpoint/2012/main">
        <p15:guide id="2" pos="648">
          <p15:clr>
            <a:srgbClr val="FBAE40"/>
          </p15:clr>
        </p15:guide>
        <p15:guide id="4" orient="horz" pos="1152" userDrawn="1">
          <p15:clr>
            <a:srgbClr val="FBAE40"/>
          </p15:clr>
        </p15:guide>
        <p15:guide id="5" orient="horz" pos="1440" userDrawn="1">
          <p15:clr>
            <a:srgbClr val="FBAE40"/>
          </p15:clr>
        </p15:guide>
        <p15:guide id="6" pos="63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a">
    <p:spTree>
      <p:nvGrpSpPr>
        <p:cNvPr id="1" name=""/>
        <p:cNvGrpSpPr/>
        <p:nvPr/>
      </p:nvGrpSpPr>
      <p:grpSpPr>
        <a:xfrm>
          <a:off x="0" y="0"/>
          <a:ext cx="0" cy="0"/>
          <a:chOff x="0" y="0"/>
          <a:chExt cx="0" cy="0"/>
        </a:xfrm>
      </p:grpSpPr>
      <p:sp>
        <p:nvSpPr>
          <p:cNvPr id="15" name="Rectángulo 14">
            <a:extLst>
              <a:ext uri="{FF2B5EF4-FFF2-40B4-BE49-F238E27FC236}">
                <a16:creationId xmlns:a16="http://schemas.microsoft.com/office/drawing/2014/main" id="{1855E5B9-5A63-2D46-8653-3FD1F538F58A}"/>
              </a:ext>
              <a:ext uri="{C183D7F6-B498-43B3-948B-1728B52AA6E4}">
                <adec:decorative xmlns:adec="http://schemas.microsoft.com/office/drawing/2017/decorative" val="1"/>
              </a:ext>
            </a:extLst>
          </p:cNvPr>
          <p:cNvSpPr>
            <a:spLocks/>
          </p:cNvSpPr>
          <p:nvPr userDrawn="1"/>
        </p:nvSpPr>
        <p:spPr bwMode="auto">
          <a:xfrm>
            <a:off x="0" y="4453"/>
            <a:ext cx="11158847" cy="5824847"/>
          </a:xfrm>
          <a:prstGeom prst="rect">
            <a:avLst/>
          </a:prstGeom>
          <a:solidFill>
            <a:schemeClr val="accent2"/>
          </a:solidFill>
          <a:ln>
            <a:noFill/>
          </a:ln>
        </p:spPr>
        <p:txBody>
          <a:bodyPr rot="0" vert="horz" wrap="square" lIns="91440" tIns="45720" rIns="91440" bIns="45720" rtlCol="0" anchor="t" anchorCtr="0" upright="1">
            <a:noAutofit/>
          </a:bodyPr>
          <a:lstStyle/>
          <a:p>
            <a:pPr rtl="0"/>
            <a:endParaRPr lang="es-ES" noProof="0"/>
          </a:p>
        </p:txBody>
      </p:sp>
      <p:sp>
        <p:nvSpPr>
          <p:cNvPr id="3" name="Marcador de título 2">
            <a:extLst>
              <a:ext uri="{FF2B5EF4-FFF2-40B4-BE49-F238E27FC236}">
                <a16:creationId xmlns:a16="http://schemas.microsoft.com/office/drawing/2014/main" id="{03FB492B-801F-1741-BD1B-89F9C6BFF0EC}"/>
              </a:ext>
            </a:extLst>
          </p:cNvPr>
          <p:cNvSpPr>
            <a:spLocks noGrp="1"/>
          </p:cNvSpPr>
          <p:nvPr>
            <p:ph type="tbl" sz="quarter" idx="10"/>
          </p:nvPr>
        </p:nvSpPr>
        <p:spPr>
          <a:xfrm>
            <a:off x="1028700" y="2423161"/>
            <a:ext cx="9067800" cy="2227404"/>
          </a:xfrm>
          <a:prstGeom prst="rect">
            <a:avLst/>
          </a:prstGeom>
        </p:spPr>
        <p:txBody>
          <a:bodyPr rtlCol="0"/>
          <a:lstStyle/>
          <a:p>
            <a:pPr rtl="0"/>
            <a:r>
              <a:rPr lang="es-MX" noProof="0"/>
              <a:t>Haz clic en el icono para agregar una tabla</a:t>
            </a:r>
            <a:endParaRPr lang="es-ES" noProof="0"/>
          </a:p>
        </p:txBody>
      </p:sp>
      <p:sp>
        <p:nvSpPr>
          <p:cNvPr id="13" name="Título 1">
            <a:extLst>
              <a:ext uri="{FF2B5EF4-FFF2-40B4-BE49-F238E27FC236}">
                <a16:creationId xmlns:a16="http://schemas.microsoft.com/office/drawing/2014/main" id="{774545B3-0290-D848-BDB5-811BC52BD457}"/>
              </a:ext>
            </a:extLst>
          </p:cNvPr>
          <p:cNvSpPr>
            <a:spLocks noGrp="1"/>
          </p:cNvSpPr>
          <p:nvPr>
            <p:ph type="title" hasCustomPrompt="1"/>
          </p:nvPr>
        </p:nvSpPr>
        <p:spPr>
          <a:xfrm>
            <a:off x="1028700" y="999068"/>
            <a:ext cx="10096500" cy="645284"/>
          </a:xfrm>
          <a:prstGeom prst="rect">
            <a:avLst/>
          </a:prstGeom>
        </p:spPr>
        <p:txBody>
          <a:bodyPr lIns="0" tIns="0" rIns="0" bIns="0" rtlCol="0" anchor="b"/>
          <a:lstStyle/>
          <a:p>
            <a:pPr rtl="0"/>
            <a:r>
              <a:rPr lang="es-ES" noProof="0"/>
              <a:t>Haga clic para editar</a:t>
            </a:r>
          </a:p>
        </p:txBody>
      </p:sp>
      <p:cxnSp>
        <p:nvCxnSpPr>
          <p:cNvPr id="14" name="Conector recto 13">
            <a:extLst>
              <a:ext uri="{FF2B5EF4-FFF2-40B4-BE49-F238E27FC236}">
                <a16:creationId xmlns:a16="http://schemas.microsoft.com/office/drawing/2014/main" id="{03709460-09E4-854A-889B-491A934DE40F}"/>
              </a:ext>
            </a:extLst>
          </p:cNvPr>
          <p:cNvCxnSpPr>
            <a:cxnSpLocks/>
          </p:cNvCxnSpPr>
          <p:nvPr userDrawn="1"/>
        </p:nvCxnSpPr>
        <p:spPr>
          <a:xfrm>
            <a:off x="1033153" y="1871272"/>
            <a:ext cx="10125694" cy="0"/>
          </a:xfrm>
          <a:prstGeom prst="line">
            <a:avLst/>
          </a:prstGeom>
          <a:ln w="76200"/>
        </p:spPr>
        <p:style>
          <a:lnRef idx="1">
            <a:schemeClr val="dk1"/>
          </a:lnRef>
          <a:fillRef idx="0">
            <a:schemeClr val="dk1"/>
          </a:fillRef>
          <a:effectRef idx="0">
            <a:schemeClr val="dk1"/>
          </a:effectRef>
          <a:fontRef idx="minor">
            <a:schemeClr val="tx1"/>
          </a:fontRef>
        </p:style>
      </p:cxnSp>
      <p:sp>
        <p:nvSpPr>
          <p:cNvPr id="6" name="Marcador de fecha 5">
            <a:extLst>
              <a:ext uri="{FF2B5EF4-FFF2-40B4-BE49-F238E27FC236}">
                <a16:creationId xmlns:a16="http://schemas.microsoft.com/office/drawing/2014/main" id="{0F749A19-BE29-4599-ABBE-E7C61FF9EE3F}"/>
              </a:ext>
            </a:extLst>
          </p:cNvPr>
          <p:cNvSpPr>
            <a:spLocks noGrp="1"/>
          </p:cNvSpPr>
          <p:nvPr>
            <p:ph type="dt" sz="half" idx="11"/>
          </p:nvPr>
        </p:nvSpPr>
        <p:spPr/>
        <p:txBody>
          <a:bodyPr rtlCol="0"/>
          <a:lstStyle/>
          <a:p>
            <a:pPr rtl="0"/>
            <a:r>
              <a:rPr lang="es-ES" noProof="0"/>
              <a:t>3 septiembre de 20XX </a:t>
            </a:r>
          </a:p>
        </p:txBody>
      </p:sp>
      <p:sp>
        <p:nvSpPr>
          <p:cNvPr id="7" name="Marcador de pie de página 6">
            <a:extLst>
              <a:ext uri="{FF2B5EF4-FFF2-40B4-BE49-F238E27FC236}">
                <a16:creationId xmlns:a16="http://schemas.microsoft.com/office/drawing/2014/main" id="{98F30C11-6611-47E2-9CF7-8EE77F4CD107}"/>
              </a:ext>
            </a:extLst>
          </p:cNvPr>
          <p:cNvSpPr>
            <a:spLocks noGrp="1"/>
          </p:cNvSpPr>
          <p:nvPr>
            <p:ph type="ftr" sz="quarter" idx="12"/>
          </p:nvPr>
        </p:nvSpPr>
        <p:spPr/>
        <p:txBody>
          <a:bodyPr rtlCol="0"/>
          <a:lstStyle/>
          <a:p>
            <a:pPr rtl="0"/>
            <a:r>
              <a:rPr lang="es-ES" noProof="0">
                <a:solidFill>
                  <a:schemeClr val="bg1"/>
                </a:solidFill>
              </a:rPr>
              <a:t>Revisión anual</a:t>
            </a:r>
          </a:p>
        </p:txBody>
      </p:sp>
      <p:sp>
        <p:nvSpPr>
          <p:cNvPr id="8" name="Marcador de número de diapositiva 7">
            <a:extLst>
              <a:ext uri="{FF2B5EF4-FFF2-40B4-BE49-F238E27FC236}">
                <a16:creationId xmlns:a16="http://schemas.microsoft.com/office/drawing/2014/main" id="{5AF710E8-4CE9-4D79-8121-DD559D321EC4}"/>
              </a:ext>
            </a:extLst>
          </p:cNvPr>
          <p:cNvSpPr>
            <a:spLocks noGrp="1"/>
          </p:cNvSpPr>
          <p:nvPr>
            <p:ph type="sldNum" sz="quarter" idx="13"/>
          </p:nvPr>
        </p:nvSpPr>
        <p:spPr/>
        <p:txBody>
          <a:bodyPr rtlCol="0"/>
          <a:lstStyle/>
          <a:p>
            <a:pPr rtl="0"/>
            <a:fld id="{7782931A-7D25-4B4B-9464-57AE418934A3}" type="slidenum">
              <a:rPr lang="es-ES" noProof="0" smtClean="0"/>
              <a:pPr rtl="0"/>
              <a:t>‹Nº›</a:t>
            </a:fld>
            <a:endParaRPr lang="es-ES" noProof="0"/>
          </a:p>
        </p:txBody>
      </p:sp>
    </p:spTree>
    <p:extLst>
      <p:ext uri="{BB962C8B-B14F-4D97-AF65-F5344CB8AC3E}">
        <p14:creationId xmlns:p14="http://schemas.microsoft.com/office/powerpoint/2010/main" val="3413503385"/>
      </p:ext>
    </p:extLst>
  </p:cSld>
  <p:clrMapOvr>
    <a:masterClrMapping/>
  </p:clrMapOvr>
  <p:extLst>
    <p:ext uri="{DCECCB84-F9BA-43D5-87BE-67443E8EF086}">
      <p15:sldGuideLst xmlns:p15="http://schemas.microsoft.com/office/powerpoint/2012/main">
        <p15:guide id="2" pos="648">
          <p15:clr>
            <a:srgbClr val="FBAE40"/>
          </p15:clr>
        </p15:guide>
        <p15:guide id="4" orient="horz" pos="1152" userDrawn="1">
          <p15:clr>
            <a:srgbClr val="FBAE40"/>
          </p15:clr>
        </p15:guide>
        <p15:guide id="5" orient="horz" pos="1440" userDrawn="1">
          <p15:clr>
            <a:srgbClr val="FBAE40"/>
          </p15:clr>
        </p15:guide>
        <p15:guide id="6" pos="63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ita">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36A99595-F780-594B-8C36-E4E5AF5E1CD5}"/>
              </a:ext>
              <a:ext uri="{C183D7F6-B498-43B3-948B-1728B52AA6E4}">
                <adec:decorative xmlns:adec="http://schemas.microsoft.com/office/drawing/2017/decorative" val="1"/>
              </a:ext>
            </a:extLst>
          </p:cNvPr>
          <p:cNvSpPr>
            <a:spLocks/>
          </p:cNvSpPr>
          <p:nvPr userDrawn="1"/>
        </p:nvSpPr>
        <p:spPr bwMode="auto">
          <a:xfrm>
            <a:off x="0" y="-6836"/>
            <a:ext cx="11158847" cy="5824847"/>
          </a:xfrm>
          <a:prstGeom prst="rect">
            <a:avLst/>
          </a:prstGeom>
          <a:solidFill>
            <a:schemeClr val="accent1"/>
          </a:solidFill>
          <a:ln>
            <a:noFill/>
          </a:ln>
        </p:spPr>
        <p:txBody>
          <a:bodyPr rot="0" vert="horz" wrap="square" lIns="91440" tIns="45720" rIns="91440" bIns="45720" rtlCol="0" anchor="t" anchorCtr="0" upright="1">
            <a:noAutofit/>
          </a:bodyPr>
          <a:lstStyle/>
          <a:p>
            <a:pPr rtl="0"/>
            <a:endParaRPr lang="es-ES" noProof="0"/>
          </a:p>
        </p:txBody>
      </p:sp>
      <p:cxnSp>
        <p:nvCxnSpPr>
          <p:cNvPr id="12" name="Conector recto 11">
            <a:extLst>
              <a:ext uri="{FF2B5EF4-FFF2-40B4-BE49-F238E27FC236}">
                <a16:creationId xmlns:a16="http://schemas.microsoft.com/office/drawing/2014/main" id="{04AFB169-81B7-454B-BE19-407333C86F3B}"/>
              </a:ext>
            </a:extLst>
          </p:cNvPr>
          <p:cNvCxnSpPr>
            <a:cxnSpLocks/>
          </p:cNvCxnSpPr>
          <p:nvPr userDrawn="1"/>
        </p:nvCxnSpPr>
        <p:spPr>
          <a:xfrm>
            <a:off x="2184935" y="1874704"/>
            <a:ext cx="8973912" cy="0"/>
          </a:xfrm>
          <a:prstGeom prst="line">
            <a:avLst/>
          </a:prstGeom>
          <a:ln w="76200"/>
        </p:spPr>
        <p:style>
          <a:lnRef idx="1">
            <a:schemeClr val="dk1"/>
          </a:lnRef>
          <a:fillRef idx="0">
            <a:schemeClr val="dk1"/>
          </a:fillRef>
          <a:effectRef idx="0">
            <a:schemeClr val="dk1"/>
          </a:effectRef>
          <a:fontRef idx="minor">
            <a:schemeClr val="tx1"/>
          </a:fontRef>
        </p:style>
      </p:cxnSp>
      <p:sp>
        <p:nvSpPr>
          <p:cNvPr id="3" name="Marcador de texto 2">
            <a:extLst>
              <a:ext uri="{FF2B5EF4-FFF2-40B4-BE49-F238E27FC236}">
                <a16:creationId xmlns:a16="http://schemas.microsoft.com/office/drawing/2014/main" id="{8BFC26CF-26CC-354C-BB60-AD3E01D575ED}"/>
              </a:ext>
            </a:extLst>
          </p:cNvPr>
          <p:cNvSpPr>
            <a:spLocks noGrp="1"/>
          </p:cNvSpPr>
          <p:nvPr>
            <p:ph type="body" sz="quarter" idx="10" hasCustomPrompt="1"/>
          </p:nvPr>
        </p:nvSpPr>
        <p:spPr>
          <a:xfrm>
            <a:off x="1028700" y="2304344"/>
            <a:ext cx="7810500" cy="2989263"/>
          </a:xfrm>
          <a:prstGeom prst="rect">
            <a:avLst/>
          </a:prstGeom>
        </p:spPr>
        <p:txBody>
          <a:bodyPr lIns="0" tIns="0" rIns="0" bIns="0" rtlCol="0"/>
          <a:lstStyle>
            <a:lvl1pPr marL="0" indent="0">
              <a:lnSpc>
                <a:spcPct val="150000"/>
              </a:lnSpc>
              <a:buNone/>
              <a:defRPr/>
            </a:lvl1pPr>
            <a:lvl2pPr marL="457200" indent="0">
              <a:buNone/>
              <a:defRPr/>
            </a:lvl2pPr>
            <a:lvl3pPr marL="914400" indent="0">
              <a:buNone/>
              <a:defRPr/>
            </a:lvl3pPr>
            <a:lvl4pPr marL="1371600" indent="0">
              <a:buNone/>
              <a:defRPr/>
            </a:lvl4pPr>
            <a:lvl5pPr marL="1828800" indent="0">
              <a:buNone/>
              <a:defRPr/>
            </a:lvl5pPr>
          </a:lstStyle>
          <a:p>
            <a:pPr lvl="0" rtl="0"/>
            <a:r>
              <a:rPr lang="es-ES" noProof="0"/>
              <a:t>Haga clic para editar</a:t>
            </a:r>
          </a:p>
        </p:txBody>
      </p:sp>
      <p:sp>
        <p:nvSpPr>
          <p:cNvPr id="2" name="Título 1">
            <a:extLst>
              <a:ext uri="{FF2B5EF4-FFF2-40B4-BE49-F238E27FC236}">
                <a16:creationId xmlns:a16="http://schemas.microsoft.com/office/drawing/2014/main" id="{FBA06611-233D-45FA-A146-AB9D4F4A787C}"/>
              </a:ext>
            </a:extLst>
          </p:cNvPr>
          <p:cNvSpPr>
            <a:spLocks noGrp="1"/>
          </p:cNvSpPr>
          <p:nvPr>
            <p:ph type="title" hasCustomPrompt="1"/>
          </p:nvPr>
        </p:nvSpPr>
        <p:spPr>
          <a:xfrm>
            <a:off x="771525" y="978781"/>
            <a:ext cx="1589372" cy="1325563"/>
          </a:xfrm>
          <a:prstGeom prst="rect">
            <a:avLst/>
          </a:prstGeom>
        </p:spPr>
        <p:txBody>
          <a:bodyPr rtlCol="0"/>
          <a:lstStyle>
            <a:lvl1pPr>
              <a:defRPr sz="20000"/>
            </a:lvl1pPr>
          </a:lstStyle>
          <a:p>
            <a:pPr rtl="0"/>
            <a:r>
              <a:rPr lang="es-ES" noProof="0"/>
              <a:t>“</a:t>
            </a:r>
          </a:p>
        </p:txBody>
      </p:sp>
      <p:sp>
        <p:nvSpPr>
          <p:cNvPr id="7" name="Marcador de fecha 6">
            <a:extLst>
              <a:ext uri="{FF2B5EF4-FFF2-40B4-BE49-F238E27FC236}">
                <a16:creationId xmlns:a16="http://schemas.microsoft.com/office/drawing/2014/main" id="{894887C6-2D97-4388-AA65-CEEA6591BFB1}"/>
              </a:ext>
            </a:extLst>
          </p:cNvPr>
          <p:cNvSpPr>
            <a:spLocks noGrp="1"/>
          </p:cNvSpPr>
          <p:nvPr>
            <p:ph type="dt" sz="half" idx="11"/>
          </p:nvPr>
        </p:nvSpPr>
        <p:spPr/>
        <p:txBody>
          <a:bodyPr rtlCol="0"/>
          <a:lstStyle/>
          <a:p>
            <a:pPr rtl="0"/>
            <a:r>
              <a:rPr lang="es-ES" noProof="0"/>
              <a:t>3 septiembre de 20XX </a:t>
            </a:r>
          </a:p>
        </p:txBody>
      </p:sp>
      <p:sp>
        <p:nvSpPr>
          <p:cNvPr id="8" name="Marcador de pie de página 7">
            <a:extLst>
              <a:ext uri="{FF2B5EF4-FFF2-40B4-BE49-F238E27FC236}">
                <a16:creationId xmlns:a16="http://schemas.microsoft.com/office/drawing/2014/main" id="{63F84EFA-1D77-40D3-B5AC-6652DC26F0ED}"/>
              </a:ext>
            </a:extLst>
          </p:cNvPr>
          <p:cNvSpPr>
            <a:spLocks noGrp="1"/>
          </p:cNvSpPr>
          <p:nvPr>
            <p:ph type="ftr" sz="quarter" idx="12"/>
          </p:nvPr>
        </p:nvSpPr>
        <p:spPr/>
        <p:txBody>
          <a:bodyPr rtlCol="0"/>
          <a:lstStyle/>
          <a:p>
            <a:pPr rtl="0"/>
            <a:r>
              <a:rPr lang="es-ES" noProof="0">
                <a:solidFill>
                  <a:schemeClr val="bg1"/>
                </a:solidFill>
              </a:rPr>
              <a:t>Revisión anual</a:t>
            </a:r>
          </a:p>
        </p:txBody>
      </p:sp>
      <p:sp>
        <p:nvSpPr>
          <p:cNvPr id="11" name="Marcador de número de diapositiva 10">
            <a:extLst>
              <a:ext uri="{FF2B5EF4-FFF2-40B4-BE49-F238E27FC236}">
                <a16:creationId xmlns:a16="http://schemas.microsoft.com/office/drawing/2014/main" id="{713CA07C-1BC2-4B16-8557-27C373CFCE9C}"/>
              </a:ext>
            </a:extLst>
          </p:cNvPr>
          <p:cNvSpPr>
            <a:spLocks noGrp="1"/>
          </p:cNvSpPr>
          <p:nvPr>
            <p:ph type="sldNum" sz="quarter" idx="13"/>
          </p:nvPr>
        </p:nvSpPr>
        <p:spPr/>
        <p:txBody>
          <a:bodyPr rtlCol="0"/>
          <a:lstStyle/>
          <a:p>
            <a:pPr rtl="0"/>
            <a:fld id="{7782931A-7D25-4B4B-9464-57AE418934A3}" type="slidenum">
              <a:rPr lang="es-ES" noProof="0" smtClean="0"/>
              <a:pPr rtl="0"/>
              <a:t>‹Nº›</a:t>
            </a:fld>
            <a:endParaRPr lang="es-ES" noProof="0"/>
          </a:p>
        </p:txBody>
      </p:sp>
    </p:spTree>
    <p:extLst>
      <p:ext uri="{BB962C8B-B14F-4D97-AF65-F5344CB8AC3E}">
        <p14:creationId xmlns:p14="http://schemas.microsoft.com/office/powerpoint/2010/main" val="1226144542"/>
      </p:ext>
    </p:extLst>
  </p:cSld>
  <p:clrMapOvr>
    <a:masterClrMapping/>
  </p:clrMapOvr>
  <p:extLst>
    <p:ext uri="{DCECCB84-F9BA-43D5-87BE-67443E8EF086}">
      <p15:sldGuideLst xmlns:p15="http://schemas.microsoft.com/office/powerpoint/2012/main">
        <p15:guide id="2" pos="648">
          <p15:clr>
            <a:srgbClr val="FBAE40"/>
          </p15:clr>
        </p15:guide>
        <p15:guide id="4" orient="horz" pos="1152" userDrawn="1">
          <p15:clr>
            <a:srgbClr val="FBAE40"/>
          </p15:clr>
        </p15:guide>
        <p15:guide id="5" orient="horz" pos="14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quipo">
    <p:spTree>
      <p:nvGrpSpPr>
        <p:cNvPr id="1" name=""/>
        <p:cNvGrpSpPr/>
        <p:nvPr/>
      </p:nvGrpSpPr>
      <p:grpSpPr>
        <a:xfrm>
          <a:off x="0" y="0"/>
          <a:ext cx="0" cy="0"/>
          <a:chOff x="0" y="0"/>
          <a:chExt cx="0" cy="0"/>
        </a:xfrm>
      </p:grpSpPr>
      <p:cxnSp>
        <p:nvCxnSpPr>
          <p:cNvPr id="29" name="Conector recto 28">
            <a:extLst>
              <a:ext uri="{FF2B5EF4-FFF2-40B4-BE49-F238E27FC236}">
                <a16:creationId xmlns:a16="http://schemas.microsoft.com/office/drawing/2014/main" id="{EFAD8BFA-14F6-F54A-AB64-29F9F7616A7D}"/>
              </a:ext>
            </a:extLst>
          </p:cNvPr>
          <p:cNvCxnSpPr>
            <a:cxnSpLocks/>
          </p:cNvCxnSpPr>
          <p:nvPr userDrawn="1"/>
        </p:nvCxnSpPr>
        <p:spPr>
          <a:xfrm>
            <a:off x="1033153" y="1874640"/>
            <a:ext cx="10125694" cy="0"/>
          </a:xfrm>
          <a:prstGeom prst="line">
            <a:avLst/>
          </a:prstGeom>
          <a:ln w="76200"/>
        </p:spPr>
        <p:style>
          <a:lnRef idx="1">
            <a:schemeClr val="dk1"/>
          </a:lnRef>
          <a:fillRef idx="0">
            <a:schemeClr val="dk1"/>
          </a:fillRef>
          <a:effectRef idx="0">
            <a:schemeClr val="dk1"/>
          </a:effectRef>
          <a:fontRef idx="minor">
            <a:schemeClr val="tx1"/>
          </a:fontRef>
        </p:style>
      </p:cxnSp>
      <p:sp>
        <p:nvSpPr>
          <p:cNvPr id="5" name="Marcador de texto 4">
            <a:extLst>
              <a:ext uri="{FF2B5EF4-FFF2-40B4-BE49-F238E27FC236}">
                <a16:creationId xmlns:a16="http://schemas.microsoft.com/office/drawing/2014/main" id="{15B9E731-6B9B-024E-9360-F9F34CC6638B}"/>
              </a:ext>
            </a:extLst>
          </p:cNvPr>
          <p:cNvSpPr>
            <a:spLocks noGrp="1"/>
          </p:cNvSpPr>
          <p:nvPr>
            <p:ph type="body" sz="quarter" idx="10" hasCustomPrompt="1"/>
          </p:nvPr>
        </p:nvSpPr>
        <p:spPr>
          <a:xfrm>
            <a:off x="1028700" y="4313437"/>
            <a:ext cx="1828800" cy="401220"/>
          </a:xfrm>
          <a:prstGeom prst="rect">
            <a:avLst/>
          </a:prstGeom>
        </p:spPr>
        <p:txBody>
          <a:bodyPr lIns="0" tIns="0" rIns="0" bIns="0" rtlCol="0"/>
          <a:lstStyle>
            <a:lvl1pPr marL="0" indent="0">
              <a:buNone/>
              <a:defRPr sz="1800" b="1"/>
            </a:lvl1pPr>
            <a:lvl2pPr marL="457200" indent="0">
              <a:buNone/>
              <a:defRPr sz="1600"/>
            </a:lvl2pPr>
            <a:lvl3pPr marL="914400" indent="0">
              <a:buNone/>
              <a:defRPr/>
            </a:lvl3pPr>
            <a:lvl4pPr marL="1371600" indent="0">
              <a:buNone/>
              <a:defRPr/>
            </a:lvl4pPr>
            <a:lvl5pPr marL="1828800" indent="0">
              <a:buNone/>
              <a:defRPr/>
            </a:lvl5pPr>
          </a:lstStyle>
          <a:p>
            <a:pPr lvl="0" rtl="0"/>
            <a:r>
              <a:rPr lang="es-ES" noProof="0"/>
              <a:t>Haga clic para editar</a:t>
            </a:r>
          </a:p>
        </p:txBody>
      </p:sp>
      <p:sp>
        <p:nvSpPr>
          <p:cNvPr id="30" name="Marcador de texto 4">
            <a:extLst>
              <a:ext uri="{FF2B5EF4-FFF2-40B4-BE49-F238E27FC236}">
                <a16:creationId xmlns:a16="http://schemas.microsoft.com/office/drawing/2014/main" id="{FD3D9C96-2F42-E545-BD97-AC8568E2F49D}"/>
              </a:ext>
            </a:extLst>
          </p:cNvPr>
          <p:cNvSpPr>
            <a:spLocks noGrp="1"/>
          </p:cNvSpPr>
          <p:nvPr>
            <p:ph type="body" sz="quarter" idx="11" hasCustomPrompt="1"/>
          </p:nvPr>
        </p:nvSpPr>
        <p:spPr>
          <a:xfrm>
            <a:off x="1028700" y="4752757"/>
            <a:ext cx="1828800" cy="552450"/>
          </a:xfrm>
          <a:prstGeom prst="rect">
            <a:avLst/>
          </a:prstGeom>
        </p:spPr>
        <p:txBody>
          <a:bodyPr lIns="0" tIns="0" rIns="0" bIns="0" rtlCol="0"/>
          <a:lstStyle>
            <a:lvl1pPr marL="0" indent="0">
              <a:buNone/>
              <a:defRPr sz="1600" b="0"/>
            </a:lvl1pPr>
            <a:lvl2pPr marL="457200" indent="0">
              <a:buNone/>
              <a:defRPr sz="1600"/>
            </a:lvl2pPr>
            <a:lvl3pPr marL="914400" indent="0">
              <a:buNone/>
              <a:defRPr/>
            </a:lvl3pPr>
            <a:lvl4pPr marL="1371600" indent="0">
              <a:buNone/>
              <a:defRPr/>
            </a:lvl4pPr>
            <a:lvl5pPr marL="1828800" indent="0">
              <a:buNone/>
              <a:defRPr/>
            </a:lvl5pPr>
          </a:lstStyle>
          <a:p>
            <a:pPr lvl="0" rtl="0"/>
            <a:r>
              <a:rPr lang="es-ES" noProof="0"/>
              <a:t>Haga clic para editar</a:t>
            </a:r>
          </a:p>
        </p:txBody>
      </p:sp>
      <p:sp>
        <p:nvSpPr>
          <p:cNvPr id="31" name="Marcador de texto 4">
            <a:extLst>
              <a:ext uri="{FF2B5EF4-FFF2-40B4-BE49-F238E27FC236}">
                <a16:creationId xmlns:a16="http://schemas.microsoft.com/office/drawing/2014/main" id="{892AA37C-BA0F-9C4F-B098-EDFE391C47DB}"/>
              </a:ext>
            </a:extLst>
          </p:cNvPr>
          <p:cNvSpPr>
            <a:spLocks noGrp="1"/>
          </p:cNvSpPr>
          <p:nvPr>
            <p:ph type="body" sz="quarter" idx="12" hasCustomPrompt="1"/>
          </p:nvPr>
        </p:nvSpPr>
        <p:spPr>
          <a:xfrm>
            <a:off x="3784600" y="4332486"/>
            <a:ext cx="1828800" cy="401221"/>
          </a:xfrm>
          <a:prstGeom prst="rect">
            <a:avLst/>
          </a:prstGeom>
        </p:spPr>
        <p:txBody>
          <a:bodyPr lIns="0" tIns="0" rIns="0" bIns="0" rtlCol="0"/>
          <a:lstStyle>
            <a:lvl1pPr marL="0" indent="0">
              <a:buNone/>
              <a:defRPr sz="1800" b="1"/>
            </a:lvl1pPr>
            <a:lvl2pPr marL="457200" indent="0">
              <a:buNone/>
              <a:defRPr sz="1600"/>
            </a:lvl2pPr>
            <a:lvl3pPr marL="914400" indent="0">
              <a:buNone/>
              <a:defRPr/>
            </a:lvl3pPr>
            <a:lvl4pPr marL="1371600" indent="0">
              <a:buNone/>
              <a:defRPr/>
            </a:lvl4pPr>
            <a:lvl5pPr marL="1828800" indent="0">
              <a:buNone/>
              <a:defRPr/>
            </a:lvl5pPr>
          </a:lstStyle>
          <a:p>
            <a:pPr lvl="0" rtl="0"/>
            <a:r>
              <a:rPr lang="es-ES" noProof="0"/>
              <a:t>Haga clic para editar</a:t>
            </a:r>
          </a:p>
        </p:txBody>
      </p:sp>
      <p:sp>
        <p:nvSpPr>
          <p:cNvPr id="32" name="Marcador de texto 4">
            <a:extLst>
              <a:ext uri="{FF2B5EF4-FFF2-40B4-BE49-F238E27FC236}">
                <a16:creationId xmlns:a16="http://schemas.microsoft.com/office/drawing/2014/main" id="{EEAAAC92-F1DA-6847-8D56-1ACCD5E3B0F5}"/>
              </a:ext>
            </a:extLst>
          </p:cNvPr>
          <p:cNvSpPr>
            <a:spLocks noGrp="1"/>
          </p:cNvSpPr>
          <p:nvPr>
            <p:ph type="body" sz="quarter" idx="13" hasCustomPrompt="1"/>
          </p:nvPr>
        </p:nvSpPr>
        <p:spPr>
          <a:xfrm>
            <a:off x="3784600" y="4752757"/>
            <a:ext cx="1828800" cy="552450"/>
          </a:xfrm>
          <a:prstGeom prst="rect">
            <a:avLst/>
          </a:prstGeom>
        </p:spPr>
        <p:txBody>
          <a:bodyPr lIns="0" tIns="0" rIns="0" bIns="0" rtlCol="0"/>
          <a:lstStyle>
            <a:lvl1pPr marL="0" indent="0">
              <a:buNone/>
              <a:defRPr sz="1600" b="0"/>
            </a:lvl1pPr>
            <a:lvl2pPr marL="457200" indent="0">
              <a:buNone/>
              <a:defRPr sz="1600"/>
            </a:lvl2pPr>
            <a:lvl3pPr marL="914400" indent="0">
              <a:buNone/>
              <a:defRPr/>
            </a:lvl3pPr>
            <a:lvl4pPr marL="1371600" indent="0">
              <a:buNone/>
              <a:defRPr/>
            </a:lvl4pPr>
            <a:lvl5pPr marL="1828800" indent="0">
              <a:buNone/>
              <a:defRPr/>
            </a:lvl5pPr>
          </a:lstStyle>
          <a:p>
            <a:pPr lvl="0" rtl="0"/>
            <a:r>
              <a:rPr lang="es-ES" noProof="0"/>
              <a:t>Haga clic para editar</a:t>
            </a:r>
          </a:p>
        </p:txBody>
      </p:sp>
      <p:sp>
        <p:nvSpPr>
          <p:cNvPr id="33" name="Marcador de texto 4">
            <a:extLst>
              <a:ext uri="{FF2B5EF4-FFF2-40B4-BE49-F238E27FC236}">
                <a16:creationId xmlns:a16="http://schemas.microsoft.com/office/drawing/2014/main" id="{F4E4153D-E2B3-7D4A-8D92-FF6597B2FB5F}"/>
              </a:ext>
            </a:extLst>
          </p:cNvPr>
          <p:cNvSpPr>
            <a:spLocks noGrp="1"/>
          </p:cNvSpPr>
          <p:nvPr>
            <p:ph type="body" sz="quarter" idx="14" hasCustomPrompt="1"/>
          </p:nvPr>
        </p:nvSpPr>
        <p:spPr>
          <a:xfrm>
            <a:off x="6531512" y="4313436"/>
            <a:ext cx="1828800" cy="420271"/>
          </a:xfrm>
          <a:prstGeom prst="rect">
            <a:avLst/>
          </a:prstGeom>
        </p:spPr>
        <p:txBody>
          <a:bodyPr lIns="0" tIns="0" rIns="0" bIns="0" rtlCol="0"/>
          <a:lstStyle>
            <a:lvl1pPr marL="0" indent="0">
              <a:buNone/>
              <a:defRPr sz="1800" b="1"/>
            </a:lvl1pPr>
            <a:lvl2pPr marL="457200" indent="0">
              <a:buNone/>
              <a:defRPr sz="1600"/>
            </a:lvl2pPr>
            <a:lvl3pPr marL="914400" indent="0">
              <a:buNone/>
              <a:defRPr/>
            </a:lvl3pPr>
            <a:lvl4pPr marL="1371600" indent="0">
              <a:buNone/>
              <a:defRPr/>
            </a:lvl4pPr>
            <a:lvl5pPr marL="1828800" indent="0">
              <a:buNone/>
              <a:defRPr/>
            </a:lvl5pPr>
          </a:lstStyle>
          <a:p>
            <a:pPr lvl="0" rtl="0"/>
            <a:r>
              <a:rPr lang="es-ES" noProof="0"/>
              <a:t>Haga clic para editar</a:t>
            </a:r>
          </a:p>
        </p:txBody>
      </p:sp>
      <p:sp>
        <p:nvSpPr>
          <p:cNvPr id="34" name="Marcador de texto 4">
            <a:extLst>
              <a:ext uri="{FF2B5EF4-FFF2-40B4-BE49-F238E27FC236}">
                <a16:creationId xmlns:a16="http://schemas.microsoft.com/office/drawing/2014/main" id="{0D6B703A-5BF6-744F-A3D3-C65E3F8B3B6B}"/>
              </a:ext>
            </a:extLst>
          </p:cNvPr>
          <p:cNvSpPr>
            <a:spLocks noGrp="1"/>
          </p:cNvSpPr>
          <p:nvPr>
            <p:ph type="body" sz="quarter" idx="15" hasCustomPrompt="1"/>
          </p:nvPr>
        </p:nvSpPr>
        <p:spPr>
          <a:xfrm>
            <a:off x="6531512" y="4752757"/>
            <a:ext cx="1828800" cy="552451"/>
          </a:xfrm>
          <a:prstGeom prst="rect">
            <a:avLst/>
          </a:prstGeom>
        </p:spPr>
        <p:txBody>
          <a:bodyPr lIns="0" tIns="0" rIns="0" bIns="0" rtlCol="0"/>
          <a:lstStyle>
            <a:lvl1pPr marL="0" indent="0">
              <a:buNone/>
              <a:defRPr sz="1600" b="0"/>
            </a:lvl1pPr>
            <a:lvl2pPr marL="457200" indent="0">
              <a:buNone/>
              <a:defRPr sz="1600"/>
            </a:lvl2pPr>
            <a:lvl3pPr marL="914400" indent="0">
              <a:buNone/>
              <a:defRPr/>
            </a:lvl3pPr>
            <a:lvl4pPr marL="1371600" indent="0">
              <a:buNone/>
              <a:defRPr/>
            </a:lvl4pPr>
            <a:lvl5pPr marL="1828800" indent="0">
              <a:buNone/>
              <a:defRPr/>
            </a:lvl5pPr>
          </a:lstStyle>
          <a:p>
            <a:pPr lvl="0" rtl="0"/>
            <a:r>
              <a:rPr lang="es-ES" noProof="0"/>
              <a:t>Haga clic para editar</a:t>
            </a:r>
          </a:p>
        </p:txBody>
      </p:sp>
      <p:sp>
        <p:nvSpPr>
          <p:cNvPr id="35" name="Marcador de texto 4">
            <a:extLst>
              <a:ext uri="{FF2B5EF4-FFF2-40B4-BE49-F238E27FC236}">
                <a16:creationId xmlns:a16="http://schemas.microsoft.com/office/drawing/2014/main" id="{982A9FE5-981A-B340-B8F8-D2DB83C19609}"/>
              </a:ext>
            </a:extLst>
          </p:cNvPr>
          <p:cNvSpPr>
            <a:spLocks noGrp="1"/>
          </p:cNvSpPr>
          <p:nvPr>
            <p:ph type="body" sz="quarter" idx="16" hasCustomPrompt="1"/>
          </p:nvPr>
        </p:nvSpPr>
        <p:spPr>
          <a:xfrm>
            <a:off x="9296400" y="4332486"/>
            <a:ext cx="1828800" cy="420271"/>
          </a:xfrm>
          <a:prstGeom prst="rect">
            <a:avLst/>
          </a:prstGeom>
        </p:spPr>
        <p:txBody>
          <a:bodyPr lIns="0" tIns="0" rIns="0" bIns="0" rtlCol="0"/>
          <a:lstStyle>
            <a:lvl1pPr marL="0" indent="0">
              <a:buNone/>
              <a:defRPr sz="1800" b="1"/>
            </a:lvl1pPr>
            <a:lvl2pPr marL="457200" indent="0">
              <a:buNone/>
              <a:defRPr sz="1600"/>
            </a:lvl2pPr>
            <a:lvl3pPr marL="914400" indent="0">
              <a:buNone/>
              <a:defRPr/>
            </a:lvl3pPr>
            <a:lvl4pPr marL="1371600" indent="0">
              <a:buNone/>
              <a:defRPr/>
            </a:lvl4pPr>
            <a:lvl5pPr marL="1828800" indent="0">
              <a:buNone/>
              <a:defRPr/>
            </a:lvl5pPr>
          </a:lstStyle>
          <a:p>
            <a:pPr lvl="0" rtl="0"/>
            <a:r>
              <a:rPr lang="es-ES" noProof="0"/>
              <a:t>Haga clic para editar</a:t>
            </a:r>
          </a:p>
        </p:txBody>
      </p:sp>
      <p:sp>
        <p:nvSpPr>
          <p:cNvPr id="36" name="Marcador de texto 4">
            <a:extLst>
              <a:ext uri="{FF2B5EF4-FFF2-40B4-BE49-F238E27FC236}">
                <a16:creationId xmlns:a16="http://schemas.microsoft.com/office/drawing/2014/main" id="{594B2391-B4C8-5542-8285-39BAD874EC11}"/>
              </a:ext>
            </a:extLst>
          </p:cNvPr>
          <p:cNvSpPr>
            <a:spLocks noGrp="1"/>
          </p:cNvSpPr>
          <p:nvPr>
            <p:ph type="body" sz="quarter" idx="17" hasCustomPrompt="1"/>
          </p:nvPr>
        </p:nvSpPr>
        <p:spPr>
          <a:xfrm>
            <a:off x="9296400" y="4752757"/>
            <a:ext cx="1828800" cy="552451"/>
          </a:xfrm>
          <a:prstGeom prst="rect">
            <a:avLst/>
          </a:prstGeom>
        </p:spPr>
        <p:txBody>
          <a:bodyPr lIns="0" tIns="0" rIns="0" bIns="0" rtlCol="0"/>
          <a:lstStyle>
            <a:lvl1pPr marL="0" indent="0">
              <a:buNone/>
              <a:defRPr sz="1600" b="0"/>
            </a:lvl1pPr>
            <a:lvl2pPr marL="457200" indent="0">
              <a:buNone/>
              <a:defRPr sz="1600"/>
            </a:lvl2pPr>
            <a:lvl3pPr marL="914400" indent="0">
              <a:buNone/>
              <a:defRPr/>
            </a:lvl3pPr>
            <a:lvl4pPr marL="1371600" indent="0">
              <a:buNone/>
              <a:defRPr/>
            </a:lvl4pPr>
            <a:lvl5pPr marL="1828800" indent="0">
              <a:buNone/>
              <a:defRPr/>
            </a:lvl5pPr>
          </a:lstStyle>
          <a:p>
            <a:pPr lvl="0" rtl="0"/>
            <a:r>
              <a:rPr lang="es-ES" noProof="0"/>
              <a:t>Haga clic para editar</a:t>
            </a:r>
          </a:p>
        </p:txBody>
      </p:sp>
      <p:sp>
        <p:nvSpPr>
          <p:cNvPr id="37" name="Marcador de posición de imagen 25">
            <a:extLst>
              <a:ext uri="{FF2B5EF4-FFF2-40B4-BE49-F238E27FC236}">
                <a16:creationId xmlns:a16="http://schemas.microsoft.com/office/drawing/2014/main" id="{A2D87BC1-884E-CD4E-BABF-B7AF4DF7869E}"/>
              </a:ext>
            </a:extLst>
          </p:cNvPr>
          <p:cNvSpPr>
            <a:spLocks noGrp="1"/>
          </p:cNvSpPr>
          <p:nvPr>
            <p:ph type="pic" sz="quarter" idx="18"/>
          </p:nvPr>
        </p:nvSpPr>
        <p:spPr>
          <a:xfrm>
            <a:off x="1028700" y="2308936"/>
            <a:ext cx="1828800" cy="1831590"/>
          </a:xfrm>
          <a:prstGeom prst="rect">
            <a:avLst/>
          </a:prstGeom>
        </p:spPr>
        <p:txBody>
          <a:bodyPr rtlCol="0"/>
          <a:lstStyle>
            <a:lvl1pPr>
              <a:defRPr sz="2000"/>
            </a:lvl1pPr>
          </a:lstStyle>
          <a:p>
            <a:pPr rtl="0"/>
            <a:r>
              <a:rPr lang="es-MX" noProof="0"/>
              <a:t>Haz clic en el icono para agregar una imagen</a:t>
            </a:r>
            <a:endParaRPr lang="es-ES" noProof="0"/>
          </a:p>
        </p:txBody>
      </p:sp>
      <p:sp>
        <p:nvSpPr>
          <p:cNvPr id="38" name="Marcador de posición de imagen 25">
            <a:extLst>
              <a:ext uri="{FF2B5EF4-FFF2-40B4-BE49-F238E27FC236}">
                <a16:creationId xmlns:a16="http://schemas.microsoft.com/office/drawing/2014/main" id="{DB0763B3-E65F-8A47-AA7C-C9A56C50600F}"/>
              </a:ext>
            </a:extLst>
          </p:cNvPr>
          <p:cNvSpPr>
            <a:spLocks noGrp="1"/>
          </p:cNvSpPr>
          <p:nvPr>
            <p:ph type="pic" sz="quarter" idx="19"/>
          </p:nvPr>
        </p:nvSpPr>
        <p:spPr>
          <a:xfrm>
            <a:off x="3784600" y="2308936"/>
            <a:ext cx="1828800" cy="1831590"/>
          </a:xfrm>
          <a:prstGeom prst="rect">
            <a:avLst/>
          </a:prstGeom>
        </p:spPr>
        <p:txBody>
          <a:bodyPr rtlCol="0"/>
          <a:lstStyle>
            <a:lvl1pPr>
              <a:defRPr sz="2000"/>
            </a:lvl1pPr>
          </a:lstStyle>
          <a:p>
            <a:pPr rtl="0"/>
            <a:r>
              <a:rPr lang="es-MX" noProof="0"/>
              <a:t>Haz clic en el icono para agregar una imagen</a:t>
            </a:r>
            <a:endParaRPr lang="es-ES" noProof="0"/>
          </a:p>
        </p:txBody>
      </p:sp>
      <p:sp>
        <p:nvSpPr>
          <p:cNvPr id="39" name="Marcador de posición de imagen 25">
            <a:extLst>
              <a:ext uri="{FF2B5EF4-FFF2-40B4-BE49-F238E27FC236}">
                <a16:creationId xmlns:a16="http://schemas.microsoft.com/office/drawing/2014/main" id="{1E0F47CF-6DE7-F745-B9D8-55421009AF4E}"/>
              </a:ext>
            </a:extLst>
          </p:cNvPr>
          <p:cNvSpPr>
            <a:spLocks noGrp="1"/>
          </p:cNvSpPr>
          <p:nvPr>
            <p:ph type="pic" sz="quarter" idx="20"/>
          </p:nvPr>
        </p:nvSpPr>
        <p:spPr>
          <a:xfrm>
            <a:off x="6540500" y="2308936"/>
            <a:ext cx="1828800" cy="1831590"/>
          </a:xfrm>
          <a:prstGeom prst="rect">
            <a:avLst/>
          </a:prstGeom>
        </p:spPr>
        <p:txBody>
          <a:bodyPr rtlCol="0"/>
          <a:lstStyle>
            <a:lvl1pPr>
              <a:defRPr sz="2000"/>
            </a:lvl1pPr>
          </a:lstStyle>
          <a:p>
            <a:pPr rtl="0"/>
            <a:r>
              <a:rPr lang="es-MX" noProof="0"/>
              <a:t>Haz clic en el icono para agregar una imagen</a:t>
            </a:r>
            <a:endParaRPr lang="es-ES" noProof="0"/>
          </a:p>
        </p:txBody>
      </p:sp>
      <p:sp>
        <p:nvSpPr>
          <p:cNvPr id="40" name="Marcador de posición de imagen 25">
            <a:extLst>
              <a:ext uri="{FF2B5EF4-FFF2-40B4-BE49-F238E27FC236}">
                <a16:creationId xmlns:a16="http://schemas.microsoft.com/office/drawing/2014/main" id="{B4621956-6AB4-E346-8900-9AE2A51ADBC5}"/>
              </a:ext>
            </a:extLst>
          </p:cNvPr>
          <p:cNvSpPr>
            <a:spLocks noGrp="1"/>
          </p:cNvSpPr>
          <p:nvPr>
            <p:ph type="pic" sz="quarter" idx="21"/>
          </p:nvPr>
        </p:nvSpPr>
        <p:spPr>
          <a:xfrm>
            <a:off x="9296400" y="2314278"/>
            <a:ext cx="1828800" cy="1831590"/>
          </a:xfrm>
          <a:prstGeom prst="rect">
            <a:avLst/>
          </a:prstGeom>
        </p:spPr>
        <p:txBody>
          <a:bodyPr rtlCol="0"/>
          <a:lstStyle>
            <a:lvl1pPr>
              <a:defRPr sz="2000"/>
            </a:lvl1pPr>
          </a:lstStyle>
          <a:p>
            <a:pPr rtl="0"/>
            <a:r>
              <a:rPr lang="es-MX" noProof="0"/>
              <a:t>Haz clic en el icono para agregar una imagen</a:t>
            </a:r>
            <a:endParaRPr lang="es-ES" noProof="0"/>
          </a:p>
        </p:txBody>
      </p:sp>
      <p:sp>
        <p:nvSpPr>
          <p:cNvPr id="25" name="Título 1">
            <a:extLst>
              <a:ext uri="{FF2B5EF4-FFF2-40B4-BE49-F238E27FC236}">
                <a16:creationId xmlns:a16="http://schemas.microsoft.com/office/drawing/2014/main" id="{3B64062A-6292-0441-95CB-9A91F49DBAA7}"/>
              </a:ext>
            </a:extLst>
          </p:cNvPr>
          <p:cNvSpPr>
            <a:spLocks noGrp="1"/>
          </p:cNvSpPr>
          <p:nvPr>
            <p:ph type="title" hasCustomPrompt="1"/>
          </p:nvPr>
        </p:nvSpPr>
        <p:spPr>
          <a:xfrm>
            <a:off x="1028700" y="999068"/>
            <a:ext cx="7810500" cy="645284"/>
          </a:xfrm>
          <a:prstGeom prst="rect">
            <a:avLst/>
          </a:prstGeom>
        </p:spPr>
        <p:txBody>
          <a:bodyPr lIns="0" tIns="0" rIns="0" bIns="0" rtlCol="0" anchor="b"/>
          <a:lstStyle/>
          <a:p>
            <a:pPr rtl="0"/>
            <a:r>
              <a:rPr lang="es-ES" noProof="0"/>
              <a:t>Haga clic para editar</a:t>
            </a:r>
          </a:p>
        </p:txBody>
      </p:sp>
      <p:sp>
        <p:nvSpPr>
          <p:cNvPr id="6" name="Marcador de fecha 5">
            <a:extLst>
              <a:ext uri="{FF2B5EF4-FFF2-40B4-BE49-F238E27FC236}">
                <a16:creationId xmlns:a16="http://schemas.microsoft.com/office/drawing/2014/main" id="{383883EC-FACE-4093-9976-8B0D4C8BEBCC}"/>
              </a:ext>
            </a:extLst>
          </p:cNvPr>
          <p:cNvSpPr>
            <a:spLocks noGrp="1"/>
          </p:cNvSpPr>
          <p:nvPr>
            <p:ph type="dt" sz="half" idx="22"/>
          </p:nvPr>
        </p:nvSpPr>
        <p:spPr/>
        <p:txBody>
          <a:bodyPr rtlCol="0"/>
          <a:lstStyle/>
          <a:p>
            <a:pPr rtl="0"/>
            <a:r>
              <a:rPr lang="es-ES" noProof="0"/>
              <a:t>3 septiembre de 20XX </a:t>
            </a:r>
          </a:p>
        </p:txBody>
      </p:sp>
      <p:sp>
        <p:nvSpPr>
          <p:cNvPr id="7" name="Marcador de pie de página 6">
            <a:extLst>
              <a:ext uri="{FF2B5EF4-FFF2-40B4-BE49-F238E27FC236}">
                <a16:creationId xmlns:a16="http://schemas.microsoft.com/office/drawing/2014/main" id="{E2611EE2-9C8D-405E-9ABF-8EFD1E1D6BB5}"/>
              </a:ext>
            </a:extLst>
          </p:cNvPr>
          <p:cNvSpPr>
            <a:spLocks noGrp="1"/>
          </p:cNvSpPr>
          <p:nvPr>
            <p:ph type="ftr" sz="quarter" idx="23"/>
          </p:nvPr>
        </p:nvSpPr>
        <p:spPr/>
        <p:txBody>
          <a:bodyPr rtlCol="0"/>
          <a:lstStyle/>
          <a:p>
            <a:pPr rtl="0"/>
            <a:r>
              <a:rPr lang="es-ES" noProof="0">
                <a:solidFill>
                  <a:schemeClr val="bg1"/>
                </a:solidFill>
              </a:rPr>
              <a:t>Revisión anual</a:t>
            </a:r>
          </a:p>
        </p:txBody>
      </p:sp>
      <p:sp>
        <p:nvSpPr>
          <p:cNvPr id="8" name="Marcador de número de diapositiva 7">
            <a:extLst>
              <a:ext uri="{FF2B5EF4-FFF2-40B4-BE49-F238E27FC236}">
                <a16:creationId xmlns:a16="http://schemas.microsoft.com/office/drawing/2014/main" id="{EFE126EB-13BB-4830-A999-3778C11747A6}"/>
              </a:ext>
            </a:extLst>
          </p:cNvPr>
          <p:cNvSpPr>
            <a:spLocks noGrp="1"/>
          </p:cNvSpPr>
          <p:nvPr>
            <p:ph type="sldNum" sz="quarter" idx="24"/>
          </p:nvPr>
        </p:nvSpPr>
        <p:spPr/>
        <p:txBody>
          <a:bodyPr rtlCol="0"/>
          <a:lstStyle/>
          <a:p>
            <a:pPr rtl="0"/>
            <a:fld id="{7782931A-7D25-4B4B-9464-57AE418934A3}" type="slidenum">
              <a:rPr lang="es-ES" noProof="0" smtClean="0"/>
              <a:pPr rtl="0"/>
              <a:t>‹Nº›</a:t>
            </a:fld>
            <a:endParaRPr lang="es-ES" noProof="0"/>
          </a:p>
        </p:txBody>
      </p:sp>
    </p:spTree>
    <p:extLst>
      <p:ext uri="{BB962C8B-B14F-4D97-AF65-F5344CB8AC3E}">
        <p14:creationId xmlns:p14="http://schemas.microsoft.com/office/powerpoint/2010/main" val="1023963209"/>
      </p:ext>
    </p:extLst>
  </p:cSld>
  <p:clrMapOvr>
    <a:masterClrMapping/>
  </p:clrMapOvr>
  <p:extLst>
    <p:ext uri="{DCECCB84-F9BA-43D5-87BE-67443E8EF086}">
      <p15:sldGuideLst xmlns:p15="http://schemas.microsoft.com/office/powerpoint/2012/main">
        <p15:guide id="2" pos="648" userDrawn="1">
          <p15:clr>
            <a:srgbClr val="FBAE40"/>
          </p15:clr>
        </p15:guide>
        <p15:guide id="4" orient="horz" pos="1152" userDrawn="1">
          <p15:clr>
            <a:srgbClr val="FBAE40"/>
          </p15:clr>
        </p15:guide>
        <p15:guide id="5" orient="horz" pos="1440" userDrawn="1">
          <p15:clr>
            <a:srgbClr val="FBAE40"/>
          </p15:clr>
        </p15:guide>
        <p15:guide id="8" orient="horz" pos="3072" userDrawn="1">
          <p15:clr>
            <a:srgbClr val="FBAE40"/>
          </p15:clr>
        </p15:guide>
        <p15:guide id="13" pos="6384" userDrawn="1">
          <p15:clr>
            <a:srgbClr val="FBAE40"/>
          </p15:clr>
        </p15:guide>
        <p15:guide id="14" orient="horz" pos="321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scala de tiempo">
    <p:bg>
      <p:bgPr>
        <a:solidFill>
          <a:schemeClr val="accent2"/>
        </a:solidFill>
        <a:effectLst/>
      </p:bgPr>
    </p:bg>
    <p:spTree>
      <p:nvGrpSpPr>
        <p:cNvPr id="1" name=""/>
        <p:cNvGrpSpPr/>
        <p:nvPr/>
      </p:nvGrpSpPr>
      <p:grpSpPr>
        <a:xfrm>
          <a:off x="0" y="0"/>
          <a:ext cx="0" cy="0"/>
          <a:chOff x="0" y="0"/>
          <a:chExt cx="0" cy="0"/>
        </a:xfrm>
      </p:grpSpPr>
      <p:sp>
        <p:nvSpPr>
          <p:cNvPr id="31" name="Título 1">
            <a:extLst>
              <a:ext uri="{FF2B5EF4-FFF2-40B4-BE49-F238E27FC236}">
                <a16:creationId xmlns:a16="http://schemas.microsoft.com/office/drawing/2014/main" id="{A116A2E3-682D-BD4F-9FC9-4546B0C9A186}"/>
              </a:ext>
            </a:extLst>
          </p:cNvPr>
          <p:cNvSpPr>
            <a:spLocks noGrp="1"/>
          </p:cNvSpPr>
          <p:nvPr>
            <p:ph type="title" hasCustomPrompt="1"/>
          </p:nvPr>
        </p:nvSpPr>
        <p:spPr>
          <a:xfrm>
            <a:off x="1028700" y="999068"/>
            <a:ext cx="7810500" cy="645284"/>
          </a:xfrm>
          <a:prstGeom prst="rect">
            <a:avLst/>
          </a:prstGeom>
        </p:spPr>
        <p:txBody>
          <a:bodyPr lIns="0" tIns="0" rIns="0" bIns="0" rtlCol="0" anchor="b"/>
          <a:lstStyle/>
          <a:p>
            <a:pPr rtl="0"/>
            <a:r>
              <a:rPr lang="es-ES" noProof="0"/>
              <a:t>Haga clic para editar</a:t>
            </a:r>
          </a:p>
        </p:txBody>
      </p:sp>
      <p:cxnSp>
        <p:nvCxnSpPr>
          <p:cNvPr id="32" name="Conector recto 31">
            <a:extLst>
              <a:ext uri="{FF2B5EF4-FFF2-40B4-BE49-F238E27FC236}">
                <a16:creationId xmlns:a16="http://schemas.microsoft.com/office/drawing/2014/main" id="{ED64AC08-85A6-6F44-88B4-3FAE91B70C1B}"/>
              </a:ext>
            </a:extLst>
          </p:cNvPr>
          <p:cNvCxnSpPr>
            <a:cxnSpLocks/>
          </p:cNvCxnSpPr>
          <p:nvPr userDrawn="1"/>
        </p:nvCxnSpPr>
        <p:spPr>
          <a:xfrm>
            <a:off x="1033153" y="1871272"/>
            <a:ext cx="10125694" cy="0"/>
          </a:xfrm>
          <a:prstGeom prst="line">
            <a:avLst/>
          </a:prstGeom>
          <a:ln w="76200"/>
        </p:spPr>
        <p:style>
          <a:lnRef idx="1">
            <a:schemeClr val="dk1"/>
          </a:lnRef>
          <a:fillRef idx="0">
            <a:schemeClr val="dk1"/>
          </a:fillRef>
          <a:effectRef idx="0">
            <a:schemeClr val="dk1"/>
          </a:effectRef>
          <a:fontRef idx="minor">
            <a:schemeClr val="tx1"/>
          </a:fontRef>
        </p:style>
      </p:cxnSp>
      <p:sp>
        <p:nvSpPr>
          <p:cNvPr id="5" name="Marcador de texto 4">
            <a:extLst>
              <a:ext uri="{FF2B5EF4-FFF2-40B4-BE49-F238E27FC236}">
                <a16:creationId xmlns:a16="http://schemas.microsoft.com/office/drawing/2014/main" id="{2D1056DE-470B-C64D-99AE-5039A021EC58}"/>
              </a:ext>
            </a:extLst>
          </p:cNvPr>
          <p:cNvSpPr>
            <a:spLocks noGrp="1"/>
          </p:cNvSpPr>
          <p:nvPr>
            <p:ph type="body" sz="quarter" idx="17" hasCustomPrompt="1"/>
          </p:nvPr>
        </p:nvSpPr>
        <p:spPr>
          <a:xfrm>
            <a:off x="941616" y="2328553"/>
            <a:ext cx="2286000" cy="911029"/>
          </a:xfrm>
          <a:prstGeom prst="rect">
            <a:avLst/>
          </a:prstGeom>
        </p:spPr>
        <p:txBody>
          <a:bodyPr rtlCol="0"/>
          <a:lstStyle>
            <a:lvl1pPr>
              <a:buNone/>
              <a:defRPr sz="1800" b="1"/>
            </a:lvl1pPr>
          </a:lstStyle>
          <a:p>
            <a:pPr lvl="0" rtl="0"/>
            <a:r>
              <a:rPr lang="es-ES" noProof="0"/>
              <a:t>Haga clic para editar</a:t>
            </a:r>
          </a:p>
        </p:txBody>
      </p:sp>
      <p:sp>
        <p:nvSpPr>
          <p:cNvPr id="37" name="Marcador de texto 4">
            <a:extLst>
              <a:ext uri="{FF2B5EF4-FFF2-40B4-BE49-F238E27FC236}">
                <a16:creationId xmlns:a16="http://schemas.microsoft.com/office/drawing/2014/main" id="{4ADA9C53-0DC4-4D43-B80C-9B0A9E0EBDE1}"/>
              </a:ext>
            </a:extLst>
          </p:cNvPr>
          <p:cNvSpPr>
            <a:spLocks noGrp="1"/>
          </p:cNvSpPr>
          <p:nvPr>
            <p:ph type="body" sz="quarter" idx="19" hasCustomPrompt="1"/>
          </p:nvPr>
        </p:nvSpPr>
        <p:spPr>
          <a:xfrm>
            <a:off x="6206672" y="2328553"/>
            <a:ext cx="2286000" cy="911029"/>
          </a:xfrm>
          <a:prstGeom prst="rect">
            <a:avLst/>
          </a:prstGeom>
        </p:spPr>
        <p:txBody>
          <a:bodyPr rtlCol="0"/>
          <a:lstStyle>
            <a:lvl1pPr>
              <a:buNone/>
              <a:defRPr sz="1800" b="1"/>
            </a:lvl1pPr>
          </a:lstStyle>
          <a:p>
            <a:pPr lvl="0" rtl="0"/>
            <a:r>
              <a:rPr lang="es-ES" noProof="0"/>
              <a:t>Haga clic para editar</a:t>
            </a:r>
          </a:p>
        </p:txBody>
      </p:sp>
      <p:sp>
        <p:nvSpPr>
          <p:cNvPr id="38" name="Marcador de texto 4">
            <a:extLst>
              <a:ext uri="{FF2B5EF4-FFF2-40B4-BE49-F238E27FC236}">
                <a16:creationId xmlns:a16="http://schemas.microsoft.com/office/drawing/2014/main" id="{F8E68047-DF25-AB45-A0F0-F4DFE23516C6}"/>
              </a:ext>
            </a:extLst>
          </p:cNvPr>
          <p:cNvSpPr>
            <a:spLocks noGrp="1"/>
          </p:cNvSpPr>
          <p:nvPr>
            <p:ph type="body" sz="quarter" idx="20" hasCustomPrompt="1"/>
          </p:nvPr>
        </p:nvSpPr>
        <p:spPr>
          <a:xfrm>
            <a:off x="6206672" y="3336211"/>
            <a:ext cx="2286000" cy="2490992"/>
          </a:xfrm>
          <a:prstGeom prst="rect">
            <a:avLst/>
          </a:prstGeom>
        </p:spPr>
        <p:txBody>
          <a:bodyPr rtlCol="0"/>
          <a:lstStyle>
            <a:lvl1pPr marL="0" indent="0">
              <a:lnSpc>
                <a:spcPct val="100000"/>
              </a:lnSpc>
              <a:buFont typeface="Arial" panose="020B0604020202020204" pitchFamily="34" charset="0"/>
              <a:buNone/>
              <a:defRPr sz="1400" b="0"/>
            </a:lvl1pPr>
          </a:lstStyle>
          <a:p>
            <a:pPr lvl="0" rtl="0"/>
            <a:r>
              <a:rPr lang="es-ES" noProof="0"/>
              <a:t>Haga clic para editar</a:t>
            </a:r>
          </a:p>
        </p:txBody>
      </p:sp>
      <p:sp>
        <p:nvSpPr>
          <p:cNvPr id="41" name="Marcador de texto 4">
            <a:extLst>
              <a:ext uri="{FF2B5EF4-FFF2-40B4-BE49-F238E27FC236}">
                <a16:creationId xmlns:a16="http://schemas.microsoft.com/office/drawing/2014/main" id="{61DB1B27-14E7-1549-BDAA-6DD31A1B1FC4}"/>
              </a:ext>
            </a:extLst>
          </p:cNvPr>
          <p:cNvSpPr>
            <a:spLocks noGrp="1"/>
          </p:cNvSpPr>
          <p:nvPr>
            <p:ph type="body" sz="quarter" idx="21" hasCustomPrompt="1"/>
          </p:nvPr>
        </p:nvSpPr>
        <p:spPr>
          <a:xfrm>
            <a:off x="8839200" y="2328553"/>
            <a:ext cx="2286000" cy="911029"/>
          </a:xfrm>
          <a:prstGeom prst="rect">
            <a:avLst/>
          </a:prstGeom>
        </p:spPr>
        <p:txBody>
          <a:bodyPr rtlCol="0"/>
          <a:lstStyle>
            <a:lvl1pPr>
              <a:buNone/>
              <a:defRPr sz="1800" b="1"/>
            </a:lvl1pPr>
          </a:lstStyle>
          <a:p>
            <a:pPr lvl="0" rtl="0"/>
            <a:r>
              <a:rPr lang="es-ES" noProof="0"/>
              <a:t>Haga clic para editar</a:t>
            </a:r>
          </a:p>
        </p:txBody>
      </p:sp>
      <p:sp>
        <p:nvSpPr>
          <p:cNvPr id="42" name="Marcador de texto 4">
            <a:extLst>
              <a:ext uri="{FF2B5EF4-FFF2-40B4-BE49-F238E27FC236}">
                <a16:creationId xmlns:a16="http://schemas.microsoft.com/office/drawing/2014/main" id="{69D66743-22F2-C84F-9FD2-F350766D6CDF}"/>
              </a:ext>
            </a:extLst>
          </p:cNvPr>
          <p:cNvSpPr>
            <a:spLocks noGrp="1"/>
          </p:cNvSpPr>
          <p:nvPr>
            <p:ph type="body" sz="quarter" idx="22" hasCustomPrompt="1"/>
          </p:nvPr>
        </p:nvSpPr>
        <p:spPr>
          <a:xfrm>
            <a:off x="8839200" y="3331030"/>
            <a:ext cx="2286000" cy="2466536"/>
          </a:xfrm>
          <a:prstGeom prst="rect">
            <a:avLst/>
          </a:prstGeom>
        </p:spPr>
        <p:txBody>
          <a:bodyPr rtlCol="0"/>
          <a:lstStyle>
            <a:lvl1pPr marL="0" indent="0">
              <a:lnSpc>
                <a:spcPct val="100000"/>
              </a:lnSpc>
              <a:buFont typeface="Arial" panose="020B0604020202020204" pitchFamily="34" charset="0"/>
              <a:buNone/>
              <a:defRPr sz="1400" b="0"/>
            </a:lvl1pPr>
          </a:lstStyle>
          <a:p>
            <a:pPr lvl="0" rtl="0"/>
            <a:r>
              <a:rPr lang="es-ES" noProof="0"/>
              <a:t>Haga clic para editar</a:t>
            </a:r>
          </a:p>
        </p:txBody>
      </p:sp>
      <p:sp>
        <p:nvSpPr>
          <p:cNvPr id="43" name="Marcador de texto 4">
            <a:extLst>
              <a:ext uri="{FF2B5EF4-FFF2-40B4-BE49-F238E27FC236}">
                <a16:creationId xmlns:a16="http://schemas.microsoft.com/office/drawing/2014/main" id="{4A38EF55-8739-4A40-A228-67296EA938B3}"/>
              </a:ext>
            </a:extLst>
          </p:cNvPr>
          <p:cNvSpPr>
            <a:spLocks noGrp="1"/>
          </p:cNvSpPr>
          <p:nvPr>
            <p:ph type="body" sz="quarter" idx="23" hasCustomPrompt="1"/>
          </p:nvPr>
        </p:nvSpPr>
        <p:spPr>
          <a:xfrm>
            <a:off x="3574144" y="2328553"/>
            <a:ext cx="2286000" cy="911029"/>
          </a:xfrm>
          <a:prstGeom prst="rect">
            <a:avLst/>
          </a:prstGeom>
        </p:spPr>
        <p:txBody>
          <a:bodyPr rtlCol="0"/>
          <a:lstStyle>
            <a:lvl1pPr>
              <a:buNone/>
              <a:defRPr sz="1800" b="1"/>
            </a:lvl1pPr>
          </a:lstStyle>
          <a:p>
            <a:pPr lvl="0" rtl="0"/>
            <a:r>
              <a:rPr lang="es-ES" noProof="0"/>
              <a:t>Haga clic para editar</a:t>
            </a:r>
          </a:p>
        </p:txBody>
      </p:sp>
      <p:sp>
        <p:nvSpPr>
          <p:cNvPr id="44" name="Marcador de texto 4">
            <a:extLst>
              <a:ext uri="{FF2B5EF4-FFF2-40B4-BE49-F238E27FC236}">
                <a16:creationId xmlns:a16="http://schemas.microsoft.com/office/drawing/2014/main" id="{268DC74C-B0F9-2649-BEC3-BBA0BD737650}"/>
              </a:ext>
            </a:extLst>
          </p:cNvPr>
          <p:cNvSpPr>
            <a:spLocks noGrp="1"/>
          </p:cNvSpPr>
          <p:nvPr>
            <p:ph type="body" sz="quarter" idx="24" hasCustomPrompt="1"/>
          </p:nvPr>
        </p:nvSpPr>
        <p:spPr>
          <a:xfrm>
            <a:off x="3557921" y="3331029"/>
            <a:ext cx="2286000" cy="2466537"/>
          </a:xfrm>
          <a:prstGeom prst="rect">
            <a:avLst/>
          </a:prstGeom>
        </p:spPr>
        <p:txBody>
          <a:bodyPr rtlCol="0"/>
          <a:lstStyle>
            <a:lvl1pPr marL="0" indent="0">
              <a:lnSpc>
                <a:spcPct val="100000"/>
              </a:lnSpc>
              <a:buFont typeface="Arial" panose="020B0604020202020204" pitchFamily="34" charset="0"/>
              <a:buNone/>
              <a:defRPr sz="1400" b="0"/>
            </a:lvl1pPr>
          </a:lstStyle>
          <a:p>
            <a:pPr lvl="0" rtl="0"/>
            <a:r>
              <a:rPr lang="es-ES" noProof="0"/>
              <a:t>Haga clic para editar</a:t>
            </a:r>
          </a:p>
        </p:txBody>
      </p:sp>
      <p:sp>
        <p:nvSpPr>
          <p:cNvPr id="3" name="Marcador de texto 2">
            <a:extLst>
              <a:ext uri="{FF2B5EF4-FFF2-40B4-BE49-F238E27FC236}">
                <a16:creationId xmlns:a16="http://schemas.microsoft.com/office/drawing/2014/main" id="{57B1422B-E6C5-43B2-9F2B-DECEB3812142}"/>
              </a:ext>
            </a:extLst>
          </p:cNvPr>
          <p:cNvSpPr>
            <a:spLocks noGrp="1"/>
          </p:cNvSpPr>
          <p:nvPr>
            <p:ph type="body" sz="quarter" idx="25" hasCustomPrompt="1"/>
          </p:nvPr>
        </p:nvSpPr>
        <p:spPr>
          <a:xfrm>
            <a:off x="968377" y="3331029"/>
            <a:ext cx="2286000" cy="2466975"/>
          </a:xfrm>
          <a:prstGeom prst="rect">
            <a:avLst/>
          </a:prstGeom>
        </p:spPr>
        <p:txBody>
          <a:bodyPr rtlCol="0"/>
          <a:lstStyle>
            <a:lvl1pPr marL="0" indent="0">
              <a:lnSpc>
                <a:spcPct val="100000"/>
              </a:lnSpc>
              <a:buNone/>
              <a:defRPr sz="1400"/>
            </a:lvl1pPr>
            <a:lvl2pPr>
              <a:buNone/>
              <a:defRPr sz="1400"/>
            </a:lvl2pPr>
            <a:lvl3pPr>
              <a:buNone/>
              <a:defRPr sz="1400"/>
            </a:lvl3pPr>
            <a:lvl4pPr>
              <a:buNone/>
              <a:defRPr sz="1400"/>
            </a:lvl4pPr>
            <a:lvl5pPr>
              <a:buNone/>
              <a:defRPr sz="1400"/>
            </a:lvl5pPr>
          </a:lstStyle>
          <a:p>
            <a:pPr lvl="0" rtl="0"/>
            <a:r>
              <a:rPr lang="es-ES" noProof="0"/>
              <a:t>Haga clic para editar</a:t>
            </a:r>
          </a:p>
        </p:txBody>
      </p:sp>
      <p:sp>
        <p:nvSpPr>
          <p:cNvPr id="7" name="Marcador de fecha 6">
            <a:extLst>
              <a:ext uri="{FF2B5EF4-FFF2-40B4-BE49-F238E27FC236}">
                <a16:creationId xmlns:a16="http://schemas.microsoft.com/office/drawing/2014/main" id="{8BC81DA9-1713-43A7-A2CF-A9525B11AF43}"/>
              </a:ext>
            </a:extLst>
          </p:cNvPr>
          <p:cNvSpPr>
            <a:spLocks noGrp="1"/>
          </p:cNvSpPr>
          <p:nvPr>
            <p:ph type="dt" sz="half" idx="26"/>
          </p:nvPr>
        </p:nvSpPr>
        <p:spPr/>
        <p:txBody>
          <a:bodyPr rtlCol="0"/>
          <a:lstStyle/>
          <a:p>
            <a:pPr rtl="0"/>
            <a:r>
              <a:rPr lang="es-ES" noProof="0"/>
              <a:t>3 septiembre de 20XX </a:t>
            </a:r>
          </a:p>
        </p:txBody>
      </p:sp>
      <p:sp>
        <p:nvSpPr>
          <p:cNvPr id="8" name="Marcador de pie de página 7">
            <a:extLst>
              <a:ext uri="{FF2B5EF4-FFF2-40B4-BE49-F238E27FC236}">
                <a16:creationId xmlns:a16="http://schemas.microsoft.com/office/drawing/2014/main" id="{CA76A8F0-5D79-4C8A-9966-308409EB26B0}"/>
              </a:ext>
            </a:extLst>
          </p:cNvPr>
          <p:cNvSpPr>
            <a:spLocks noGrp="1"/>
          </p:cNvSpPr>
          <p:nvPr>
            <p:ph type="ftr" sz="quarter" idx="27"/>
          </p:nvPr>
        </p:nvSpPr>
        <p:spPr/>
        <p:txBody>
          <a:bodyPr rtlCol="0"/>
          <a:lstStyle/>
          <a:p>
            <a:pPr rtl="0"/>
            <a:r>
              <a:rPr lang="es-ES" noProof="0">
                <a:solidFill>
                  <a:schemeClr val="bg1"/>
                </a:solidFill>
              </a:rPr>
              <a:t>Revisión anual</a:t>
            </a:r>
          </a:p>
        </p:txBody>
      </p:sp>
      <p:sp>
        <p:nvSpPr>
          <p:cNvPr id="9" name="Marcador de número de diapositiva 8">
            <a:extLst>
              <a:ext uri="{FF2B5EF4-FFF2-40B4-BE49-F238E27FC236}">
                <a16:creationId xmlns:a16="http://schemas.microsoft.com/office/drawing/2014/main" id="{3F85BAE5-43DA-49F0-89E6-66D549C52389}"/>
              </a:ext>
            </a:extLst>
          </p:cNvPr>
          <p:cNvSpPr>
            <a:spLocks noGrp="1"/>
          </p:cNvSpPr>
          <p:nvPr>
            <p:ph type="sldNum" sz="quarter" idx="28"/>
          </p:nvPr>
        </p:nvSpPr>
        <p:spPr/>
        <p:txBody>
          <a:bodyPr rtlCol="0"/>
          <a:lstStyle/>
          <a:p>
            <a:pPr rtl="0"/>
            <a:fld id="{7782931A-7D25-4B4B-9464-57AE418934A3}" type="slidenum">
              <a:rPr lang="es-ES" noProof="0" smtClean="0"/>
              <a:pPr rtl="0"/>
              <a:t>‹Nº›</a:t>
            </a:fld>
            <a:endParaRPr lang="es-ES" noProof="0"/>
          </a:p>
        </p:txBody>
      </p:sp>
    </p:spTree>
    <p:extLst>
      <p:ext uri="{BB962C8B-B14F-4D97-AF65-F5344CB8AC3E}">
        <p14:creationId xmlns:p14="http://schemas.microsoft.com/office/powerpoint/2010/main" val="2199256008"/>
      </p:ext>
    </p:extLst>
  </p:cSld>
  <p:clrMapOvr>
    <a:masterClrMapping/>
  </p:clrMapOvr>
  <p:extLst>
    <p:ext uri="{DCECCB84-F9BA-43D5-87BE-67443E8EF086}">
      <p15:sldGuideLst xmlns:p15="http://schemas.microsoft.com/office/powerpoint/2012/main">
        <p15:guide id="2" pos="648">
          <p15:clr>
            <a:srgbClr val="FBAE40"/>
          </p15:clr>
        </p15:guide>
        <p15:guide id="4" orient="horz" pos="1152" userDrawn="1">
          <p15:clr>
            <a:srgbClr val="FBAE40"/>
          </p15:clr>
        </p15:guide>
        <p15:guide id="5" orient="horz" pos="1440" userDrawn="1">
          <p15:clr>
            <a:srgbClr val="FBAE40"/>
          </p15:clr>
        </p15:guide>
        <p15:guide id="14" pos="148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lumna de contenido 2">
    <p:spTree>
      <p:nvGrpSpPr>
        <p:cNvPr id="1" name=""/>
        <p:cNvGrpSpPr/>
        <p:nvPr/>
      </p:nvGrpSpPr>
      <p:grpSpPr>
        <a:xfrm>
          <a:off x="0" y="0"/>
          <a:ext cx="0" cy="0"/>
          <a:chOff x="0" y="0"/>
          <a:chExt cx="0" cy="0"/>
        </a:xfrm>
      </p:grpSpPr>
      <p:sp>
        <p:nvSpPr>
          <p:cNvPr id="13" name="Marcador de contenido 3">
            <a:extLst>
              <a:ext uri="{FF2B5EF4-FFF2-40B4-BE49-F238E27FC236}">
                <a16:creationId xmlns:a16="http://schemas.microsoft.com/office/drawing/2014/main" id="{91C010F4-E1E5-354F-9B4A-6253D3DC2F9C}"/>
              </a:ext>
            </a:extLst>
          </p:cNvPr>
          <p:cNvSpPr>
            <a:spLocks noGrp="1"/>
          </p:cNvSpPr>
          <p:nvPr>
            <p:ph sz="half" idx="2"/>
          </p:nvPr>
        </p:nvSpPr>
        <p:spPr>
          <a:xfrm>
            <a:off x="1036641" y="3044590"/>
            <a:ext cx="4868860" cy="1942138"/>
          </a:xfrm>
          <a:prstGeom prst="rect">
            <a:avLst/>
          </a:prstGeom>
        </p:spPr>
        <p:txBody>
          <a:bodyPr lIns="0" tIns="0" rIns="0" bIns="0" rtlCol="0" anchor="t" anchorCtr="0"/>
          <a:lstStyle>
            <a:lvl1pPr marL="285750" indent="-285750">
              <a:buFont typeface="Wingdings" pitchFamily="2" charset="2"/>
              <a:buChar char="§"/>
              <a:defRPr sz="1800"/>
            </a:lvl1pPr>
            <a:lvl2pPr>
              <a:defRPr sz="1600"/>
            </a:lvl2pPr>
            <a:lvl3pPr>
              <a:defRPr sz="1600"/>
            </a:lvl3pPr>
            <a:lvl4pPr>
              <a:defRPr sz="1600"/>
            </a:lvl4pPr>
            <a:lvl5pPr>
              <a:defRPr sz="1600"/>
            </a:lvl5pPr>
          </a:lstStyle>
          <a:p>
            <a:pPr lvl="0" rtl="0"/>
            <a:r>
              <a:rPr lang="es-MX" noProof="0"/>
              <a:t>Haga clic para modificar los estilos de texto del patrón</a:t>
            </a:r>
          </a:p>
        </p:txBody>
      </p:sp>
      <p:sp>
        <p:nvSpPr>
          <p:cNvPr id="17" name="Marcador de contenido 3">
            <a:extLst>
              <a:ext uri="{FF2B5EF4-FFF2-40B4-BE49-F238E27FC236}">
                <a16:creationId xmlns:a16="http://schemas.microsoft.com/office/drawing/2014/main" id="{C2F7C8C0-EB32-3C44-930E-DE05403C543A}"/>
              </a:ext>
            </a:extLst>
          </p:cNvPr>
          <p:cNvSpPr>
            <a:spLocks noGrp="1"/>
          </p:cNvSpPr>
          <p:nvPr>
            <p:ph sz="half" idx="11"/>
          </p:nvPr>
        </p:nvSpPr>
        <p:spPr>
          <a:xfrm>
            <a:off x="6285649" y="3044590"/>
            <a:ext cx="4868860" cy="1942138"/>
          </a:xfrm>
          <a:prstGeom prst="rect">
            <a:avLst/>
          </a:prstGeom>
        </p:spPr>
        <p:txBody>
          <a:bodyPr lIns="0" tIns="0" rIns="0" bIns="0" rtlCol="0" anchor="t" anchorCtr="0"/>
          <a:lstStyle>
            <a:lvl1pPr marL="285750" indent="-285750">
              <a:buFont typeface="Wingdings" pitchFamily="2" charset="2"/>
              <a:buChar char="§"/>
              <a:defRPr sz="1800"/>
            </a:lvl1pPr>
            <a:lvl2pPr>
              <a:defRPr sz="1600"/>
            </a:lvl2pPr>
            <a:lvl3pPr>
              <a:defRPr sz="1600"/>
            </a:lvl3pPr>
            <a:lvl4pPr>
              <a:defRPr sz="1600"/>
            </a:lvl4pPr>
            <a:lvl5pPr>
              <a:defRPr sz="1600"/>
            </a:lvl5pPr>
          </a:lstStyle>
          <a:p>
            <a:pPr lvl="0" rtl="0"/>
            <a:r>
              <a:rPr lang="es-MX" noProof="0"/>
              <a:t>Haga clic para modificar los estilos de texto del patrón</a:t>
            </a:r>
          </a:p>
        </p:txBody>
      </p:sp>
      <p:sp>
        <p:nvSpPr>
          <p:cNvPr id="14" name="Título 1">
            <a:extLst>
              <a:ext uri="{FF2B5EF4-FFF2-40B4-BE49-F238E27FC236}">
                <a16:creationId xmlns:a16="http://schemas.microsoft.com/office/drawing/2014/main" id="{E06473F2-000A-7C44-9048-A0C0D4B652B9}"/>
              </a:ext>
            </a:extLst>
          </p:cNvPr>
          <p:cNvSpPr>
            <a:spLocks noGrp="1"/>
          </p:cNvSpPr>
          <p:nvPr>
            <p:ph type="title" hasCustomPrompt="1"/>
          </p:nvPr>
        </p:nvSpPr>
        <p:spPr>
          <a:xfrm>
            <a:off x="1028700" y="999068"/>
            <a:ext cx="7810500" cy="645284"/>
          </a:xfrm>
          <a:prstGeom prst="rect">
            <a:avLst/>
          </a:prstGeom>
        </p:spPr>
        <p:txBody>
          <a:bodyPr lIns="0" tIns="0" rIns="0" bIns="0" rtlCol="0" anchor="b"/>
          <a:lstStyle/>
          <a:p>
            <a:pPr rtl="0"/>
            <a:r>
              <a:rPr lang="es-ES" noProof="0"/>
              <a:t>Haga clic para editar</a:t>
            </a:r>
          </a:p>
        </p:txBody>
      </p:sp>
      <p:cxnSp>
        <p:nvCxnSpPr>
          <p:cNvPr id="15" name="Conector recto 14">
            <a:extLst>
              <a:ext uri="{FF2B5EF4-FFF2-40B4-BE49-F238E27FC236}">
                <a16:creationId xmlns:a16="http://schemas.microsoft.com/office/drawing/2014/main" id="{B6A0597E-7AE3-F242-9DDF-F678A5E11458}"/>
              </a:ext>
            </a:extLst>
          </p:cNvPr>
          <p:cNvCxnSpPr>
            <a:cxnSpLocks/>
          </p:cNvCxnSpPr>
          <p:nvPr userDrawn="1"/>
        </p:nvCxnSpPr>
        <p:spPr>
          <a:xfrm>
            <a:off x="1033153" y="1871272"/>
            <a:ext cx="10125694" cy="0"/>
          </a:xfrm>
          <a:prstGeom prst="line">
            <a:avLst/>
          </a:prstGeom>
          <a:ln w="76200"/>
        </p:spPr>
        <p:style>
          <a:lnRef idx="1">
            <a:schemeClr val="dk1"/>
          </a:lnRef>
          <a:fillRef idx="0">
            <a:schemeClr val="dk1"/>
          </a:fillRef>
          <a:effectRef idx="0">
            <a:schemeClr val="dk1"/>
          </a:effectRef>
          <a:fontRef idx="minor">
            <a:schemeClr val="tx1"/>
          </a:fontRef>
        </p:style>
      </p:cxnSp>
      <p:sp>
        <p:nvSpPr>
          <p:cNvPr id="23" name="Marcador de texto 4">
            <a:extLst>
              <a:ext uri="{FF2B5EF4-FFF2-40B4-BE49-F238E27FC236}">
                <a16:creationId xmlns:a16="http://schemas.microsoft.com/office/drawing/2014/main" id="{EAB7162A-656B-3447-976F-951853C325A3}"/>
              </a:ext>
            </a:extLst>
          </p:cNvPr>
          <p:cNvSpPr>
            <a:spLocks noGrp="1"/>
          </p:cNvSpPr>
          <p:nvPr>
            <p:ph type="body" sz="quarter" idx="17" hasCustomPrompt="1"/>
          </p:nvPr>
        </p:nvSpPr>
        <p:spPr>
          <a:xfrm>
            <a:off x="941616" y="2328554"/>
            <a:ext cx="4963884" cy="645284"/>
          </a:xfrm>
          <a:prstGeom prst="rect">
            <a:avLst/>
          </a:prstGeom>
        </p:spPr>
        <p:txBody>
          <a:bodyPr rtlCol="0"/>
          <a:lstStyle>
            <a:lvl1pPr>
              <a:buNone/>
              <a:defRPr sz="1800" b="1"/>
            </a:lvl1pPr>
          </a:lstStyle>
          <a:p>
            <a:pPr lvl="0" rtl="0"/>
            <a:r>
              <a:rPr lang="es-ES" noProof="0"/>
              <a:t>Haga clic para editar</a:t>
            </a:r>
          </a:p>
        </p:txBody>
      </p:sp>
      <p:sp>
        <p:nvSpPr>
          <p:cNvPr id="24" name="Marcador de texto 4">
            <a:extLst>
              <a:ext uri="{FF2B5EF4-FFF2-40B4-BE49-F238E27FC236}">
                <a16:creationId xmlns:a16="http://schemas.microsoft.com/office/drawing/2014/main" id="{C8B98E47-9A5A-E54C-A093-86D516AAD0FB}"/>
              </a:ext>
            </a:extLst>
          </p:cNvPr>
          <p:cNvSpPr>
            <a:spLocks noGrp="1"/>
          </p:cNvSpPr>
          <p:nvPr>
            <p:ph type="body" sz="quarter" idx="18" hasCustomPrompt="1"/>
          </p:nvPr>
        </p:nvSpPr>
        <p:spPr>
          <a:xfrm>
            <a:off x="6258199" y="2328554"/>
            <a:ext cx="4868860" cy="645284"/>
          </a:xfrm>
          <a:prstGeom prst="rect">
            <a:avLst/>
          </a:prstGeom>
        </p:spPr>
        <p:txBody>
          <a:bodyPr rtlCol="0"/>
          <a:lstStyle>
            <a:lvl1pPr>
              <a:buNone/>
              <a:defRPr sz="1800" b="1"/>
            </a:lvl1pPr>
          </a:lstStyle>
          <a:p>
            <a:pPr lvl="0" rtl="0"/>
            <a:r>
              <a:rPr lang="es-ES" noProof="0"/>
              <a:t>Haga clic para editar</a:t>
            </a:r>
          </a:p>
        </p:txBody>
      </p:sp>
      <p:sp>
        <p:nvSpPr>
          <p:cNvPr id="5" name="Marcador de fecha 4">
            <a:extLst>
              <a:ext uri="{FF2B5EF4-FFF2-40B4-BE49-F238E27FC236}">
                <a16:creationId xmlns:a16="http://schemas.microsoft.com/office/drawing/2014/main" id="{18E274C5-9C2D-4A46-AEAE-9DBE1C417477}"/>
              </a:ext>
            </a:extLst>
          </p:cNvPr>
          <p:cNvSpPr>
            <a:spLocks noGrp="1"/>
          </p:cNvSpPr>
          <p:nvPr>
            <p:ph type="dt" sz="half" idx="19"/>
          </p:nvPr>
        </p:nvSpPr>
        <p:spPr/>
        <p:txBody>
          <a:bodyPr rtlCol="0"/>
          <a:lstStyle/>
          <a:p>
            <a:pPr rtl="0"/>
            <a:r>
              <a:rPr lang="es-ES" noProof="0"/>
              <a:t>3 septiembre de 20XX </a:t>
            </a:r>
          </a:p>
        </p:txBody>
      </p:sp>
      <p:sp>
        <p:nvSpPr>
          <p:cNvPr id="6" name="Marcador de pie de página 5">
            <a:extLst>
              <a:ext uri="{FF2B5EF4-FFF2-40B4-BE49-F238E27FC236}">
                <a16:creationId xmlns:a16="http://schemas.microsoft.com/office/drawing/2014/main" id="{99419017-8DD9-4B28-B0F1-E82FFB8C1DFB}"/>
              </a:ext>
            </a:extLst>
          </p:cNvPr>
          <p:cNvSpPr>
            <a:spLocks noGrp="1"/>
          </p:cNvSpPr>
          <p:nvPr>
            <p:ph type="ftr" sz="quarter" idx="20"/>
          </p:nvPr>
        </p:nvSpPr>
        <p:spPr/>
        <p:txBody>
          <a:bodyPr rtlCol="0"/>
          <a:lstStyle/>
          <a:p>
            <a:pPr rtl="0"/>
            <a:r>
              <a:rPr lang="es-ES" noProof="0">
                <a:solidFill>
                  <a:schemeClr val="bg1"/>
                </a:solidFill>
              </a:rPr>
              <a:t>Revisión anual</a:t>
            </a:r>
          </a:p>
        </p:txBody>
      </p:sp>
      <p:sp>
        <p:nvSpPr>
          <p:cNvPr id="7" name="Marcador de número de diapositiva 6">
            <a:extLst>
              <a:ext uri="{FF2B5EF4-FFF2-40B4-BE49-F238E27FC236}">
                <a16:creationId xmlns:a16="http://schemas.microsoft.com/office/drawing/2014/main" id="{BA0BFF08-A844-4449-9EC2-5B6B6C2D62AF}"/>
              </a:ext>
            </a:extLst>
          </p:cNvPr>
          <p:cNvSpPr>
            <a:spLocks noGrp="1"/>
          </p:cNvSpPr>
          <p:nvPr>
            <p:ph type="sldNum" sz="quarter" idx="21"/>
          </p:nvPr>
        </p:nvSpPr>
        <p:spPr/>
        <p:txBody>
          <a:bodyPr rtlCol="0"/>
          <a:lstStyle/>
          <a:p>
            <a:pPr rtl="0"/>
            <a:fld id="{7782931A-7D25-4B4B-9464-57AE418934A3}" type="slidenum">
              <a:rPr lang="es-ES" noProof="0" smtClean="0"/>
              <a:pPr rtl="0"/>
              <a:t>‹Nº›</a:t>
            </a:fld>
            <a:endParaRPr lang="es-ES" noProof="0"/>
          </a:p>
        </p:txBody>
      </p:sp>
    </p:spTree>
    <p:extLst>
      <p:ext uri="{BB962C8B-B14F-4D97-AF65-F5344CB8AC3E}">
        <p14:creationId xmlns:p14="http://schemas.microsoft.com/office/powerpoint/2010/main" val="4073675417"/>
      </p:ext>
    </p:extLst>
  </p:cSld>
  <p:clrMapOvr>
    <a:masterClrMapping/>
  </p:clrMapOvr>
  <p:extLst>
    <p:ext uri="{DCECCB84-F9BA-43D5-87BE-67443E8EF086}">
      <p15:sldGuideLst xmlns:p15="http://schemas.microsoft.com/office/powerpoint/2012/main">
        <p15:guide id="2" pos="648">
          <p15:clr>
            <a:srgbClr val="FBAE40"/>
          </p15:clr>
        </p15:guide>
        <p15:guide id="4" orient="horz" pos="1152" userDrawn="1">
          <p15:clr>
            <a:srgbClr val="FBAE40"/>
          </p15:clr>
        </p15:guide>
        <p15:guide id="5" orient="horz" pos="14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lumna de contenido 3">
    <p:spTree>
      <p:nvGrpSpPr>
        <p:cNvPr id="1" name=""/>
        <p:cNvGrpSpPr/>
        <p:nvPr/>
      </p:nvGrpSpPr>
      <p:grpSpPr>
        <a:xfrm>
          <a:off x="0" y="0"/>
          <a:ext cx="0" cy="0"/>
          <a:chOff x="0" y="0"/>
          <a:chExt cx="0" cy="0"/>
        </a:xfrm>
      </p:grpSpPr>
      <p:sp>
        <p:nvSpPr>
          <p:cNvPr id="15" name="Marcador de contenido 3">
            <a:extLst>
              <a:ext uri="{FF2B5EF4-FFF2-40B4-BE49-F238E27FC236}">
                <a16:creationId xmlns:a16="http://schemas.microsoft.com/office/drawing/2014/main" id="{2476683E-62F2-7746-A136-3A729C70D88C}"/>
              </a:ext>
            </a:extLst>
          </p:cNvPr>
          <p:cNvSpPr>
            <a:spLocks noGrp="1"/>
          </p:cNvSpPr>
          <p:nvPr>
            <p:ph sz="half" idx="2" hasCustomPrompt="1"/>
          </p:nvPr>
        </p:nvSpPr>
        <p:spPr>
          <a:xfrm>
            <a:off x="1036641" y="3052691"/>
            <a:ext cx="3078159" cy="1942138"/>
          </a:xfrm>
          <a:prstGeom prst="rect">
            <a:avLst/>
          </a:prstGeom>
        </p:spPr>
        <p:txBody>
          <a:bodyPr lIns="0" tIns="0" rIns="0" bIns="0" rtlCol="0" anchor="t" anchorCtr="0"/>
          <a:lstStyle>
            <a:lvl1pPr marL="285750" indent="-285750">
              <a:buFont typeface="Wingdings" pitchFamily="2" charset="2"/>
              <a:buChar char="§"/>
              <a:defRPr sz="1800"/>
            </a:lvl1pPr>
            <a:lvl2pPr>
              <a:defRPr sz="1600"/>
            </a:lvl2pPr>
            <a:lvl3pPr>
              <a:defRPr sz="1600"/>
            </a:lvl3pPr>
            <a:lvl4pPr>
              <a:defRPr sz="1600"/>
            </a:lvl4pPr>
            <a:lvl5pPr>
              <a:defRPr sz="1600"/>
            </a:lvl5pPr>
          </a:lstStyle>
          <a:p>
            <a:pPr lvl="0" rtl="0"/>
            <a:r>
              <a:rPr lang="es-ES" noProof="0"/>
              <a:t>Haga clic para editar</a:t>
            </a:r>
          </a:p>
        </p:txBody>
      </p:sp>
      <p:sp>
        <p:nvSpPr>
          <p:cNvPr id="17" name="Marcador de contenido 3">
            <a:extLst>
              <a:ext uri="{FF2B5EF4-FFF2-40B4-BE49-F238E27FC236}">
                <a16:creationId xmlns:a16="http://schemas.microsoft.com/office/drawing/2014/main" id="{5EF5BDE3-656A-414E-BE18-702CA738A9D2}"/>
              </a:ext>
            </a:extLst>
          </p:cNvPr>
          <p:cNvSpPr>
            <a:spLocks noGrp="1"/>
          </p:cNvSpPr>
          <p:nvPr>
            <p:ph sz="half" idx="11" hasCustomPrompt="1"/>
          </p:nvPr>
        </p:nvSpPr>
        <p:spPr>
          <a:xfrm>
            <a:off x="8039099" y="3044590"/>
            <a:ext cx="3115409" cy="1942138"/>
          </a:xfrm>
          <a:prstGeom prst="rect">
            <a:avLst/>
          </a:prstGeom>
        </p:spPr>
        <p:txBody>
          <a:bodyPr lIns="0" tIns="0" rIns="0" bIns="0" rtlCol="0" anchor="t" anchorCtr="0"/>
          <a:lstStyle>
            <a:lvl1pPr marL="285750" indent="-285750">
              <a:buFont typeface="Wingdings" pitchFamily="2" charset="2"/>
              <a:buChar char="§"/>
              <a:defRPr sz="1800"/>
            </a:lvl1pPr>
            <a:lvl2pPr>
              <a:defRPr sz="1600"/>
            </a:lvl2pPr>
            <a:lvl3pPr>
              <a:defRPr sz="1600"/>
            </a:lvl3pPr>
            <a:lvl4pPr>
              <a:defRPr sz="1600"/>
            </a:lvl4pPr>
            <a:lvl5pPr>
              <a:defRPr sz="1600"/>
            </a:lvl5pPr>
          </a:lstStyle>
          <a:p>
            <a:pPr lvl="0" rtl="0"/>
            <a:r>
              <a:rPr lang="es-ES" noProof="0"/>
              <a:t>Haga clic para editar</a:t>
            </a:r>
          </a:p>
        </p:txBody>
      </p:sp>
      <p:sp>
        <p:nvSpPr>
          <p:cNvPr id="19" name="Marcador de contenido 3">
            <a:extLst>
              <a:ext uri="{FF2B5EF4-FFF2-40B4-BE49-F238E27FC236}">
                <a16:creationId xmlns:a16="http://schemas.microsoft.com/office/drawing/2014/main" id="{0EAADDF0-090D-2C4F-BE2D-160C2C550298}"/>
              </a:ext>
            </a:extLst>
          </p:cNvPr>
          <p:cNvSpPr>
            <a:spLocks noGrp="1"/>
          </p:cNvSpPr>
          <p:nvPr>
            <p:ph sz="half" idx="13" hasCustomPrompt="1"/>
          </p:nvPr>
        </p:nvSpPr>
        <p:spPr>
          <a:xfrm>
            <a:off x="4539760" y="3044590"/>
            <a:ext cx="3115409" cy="1942138"/>
          </a:xfrm>
          <a:prstGeom prst="rect">
            <a:avLst/>
          </a:prstGeom>
        </p:spPr>
        <p:txBody>
          <a:bodyPr lIns="0" tIns="0" rIns="0" bIns="0" rtlCol="0" anchor="t" anchorCtr="0"/>
          <a:lstStyle>
            <a:lvl1pPr marL="285750" indent="-285750">
              <a:buFont typeface="Wingdings" pitchFamily="2" charset="2"/>
              <a:buChar char="§"/>
              <a:defRPr sz="1800"/>
            </a:lvl1pPr>
            <a:lvl2pPr>
              <a:defRPr sz="1600"/>
            </a:lvl2pPr>
            <a:lvl3pPr>
              <a:defRPr sz="1600"/>
            </a:lvl3pPr>
            <a:lvl4pPr>
              <a:defRPr sz="1600"/>
            </a:lvl4pPr>
            <a:lvl5pPr>
              <a:defRPr sz="1600"/>
            </a:lvl5pPr>
          </a:lstStyle>
          <a:p>
            <a:pPr lvl="0" rtl="0"/>
            <a:r>
              <a:rPr lang="es-ES" noProof="0"/>
              <a:t>Haga clic para editar</a:t>
            </a:r>
          </a:p>
        </p:txBody>
      </p:sp>
      <p:sp>
        <p:nvSpPr>
          <p:cNvPr id="20" name="Título 1">
            <a:extLst>
              <a:ext uri="{FF2B5EF4-FFF2-40B4-BE49-F238E27FC236}">
                <a16:creationId xmlns:a16="http://schemas.microsoft.com/office/drawing/2014/main" id="{3E0EAFBC-DE77-7648-95EC-91DDA529FAD9}"/>
              </a:ext>
            </a:extLst>
          </p:cNvPr>
          <p:cNvSpPr>
            <a:spLocks noGrp="1"/>
          </p:cNvSpPr>
          <p:nvPr>
            <p:ph type="title" hasCustomPrompt="1"/>
          </p:nvPr>
        </p:nvSpPr>
        <p:spPr>
          <a:xfrm>
            <a:off x="1028700" y="999068"/>
            <a:ext cx="7810500" cy="645284"/>
          </a:xfrm>
          <a:prstGeom prst="rect">
            <a:avLst/>
          </a:prstGeom>
        </p:spPr>
        <p:txBody>
          <a:bodyPr lIns="0" tIns="0" rIns="0" bIns="0" rtlCol="0" anchor="b"/>
          <a:lstStyle/>
          <a:p>
            <a:pPr rtl="0"/>
            <a:r>
              <a:rPr lang="es-ES" noProof="0"/>
              <a:t>Haga clic para editar</a:t>
            </a:r>
          </a:p>
        </p:txBody>
      </p:sp>
      <p:cxnSp>
        <p:nvCxnSpPr>
          <p:cNvPr id="21" name="Conector recto 20">
            <a:extLst>
              <a:ext uri="{FF2B5EF4-FFF2-40B4-BE49-F238E27FC236}">
                <a16:creationId xmlns:a16="http://schemas.microsoft.com/office/drawing/2014/main" id="{E2A16A97-402E-8040-9B48-1B6ED23ABC4F}"/>
              </a:ext>
            </a:extLst>
          </p:cNvPr>
          <p:cNvCxnSpPr>
            <a:cxnSpLocks/>
          </p:cNvCxnSpPr>
          <p:nvPr userDrawn="1"/>
        </p:nvCxnSpPr>
        <p:spPr>
          <a:xfrm>
            <a:off x="1033153" y="1871272"/>
            <a:ext cx="10125694" cy="0"/>
          </a:xfrm>
          <a:prstGeom prst="line">
            <a:avLst/>
          </a:prstGeom>
          <a:ln w="76200"/>
        </p:spPr>
        <p:style>
          <a:lnRef idx="1">
            <a:schemeClr val="dk1"/>
          </a:lnRef>
          <a:fillRef idx="0">
            <a:schemeClr val="dk1"/>
          </a:fillRef>
          <a:effectRef idx="0">
            <a:schemeClr val="dk1"/>
          </a:effectRef>
          <a:fontRef idx="minor">
            <a:schemeClr val="tx1"/>
          </a:fontRef>
        </p:style>
      </p:cxnSp>
      <p:sp>
        <p:nvSpPr>
          <p:cNvPr id="26" name="Marcador de texto 4">
            <a:extLst>
              <a:ext uri="{FF2B5EF4-FFF2-40B4-BE49-F238E27FC236}">
                <a16:creationId xmlns:a16="http://schemas.microsoft.com/office/drawing/2014/main" id="{B4BD319C-69C3-3D46-977C-F80FD35E3C6C}"/>
              </a:ext>
            </a:extLst>
          </p:cNvPr>
          <p:cNvSpPr>
            <a:spLocks noGrp="1"/>
          </p:cNvSpPr>
          <p:nvPr>
            <p:ph type="body" sz="quarter" idx="17" hasCustomPrompt="1"/>
          </p:nvPr>
        </p:nvSpPr>
        <p:spPr>
          <a:xfrm>
            <a:off x="941616" y="2328554"/>
            <a:ext cx="3173184" cy="645284"/>
          </a:xfrm>
          <a:prstGeom prst="rect">
            <a:avLst/>
          </a:prstGeom>
        </p:spPr>
        <p:txBody>
          <a:bodyPr rtlCol="0"/>
          <a:lstStyle>
            <a:lvl1pPr>
              <a:buNone/>
              <a:defRPr sz="1800" b="1">
                <a:latin typeface="+mj-lt"/>
              </a:defRPr>
            </a:lvl1pPr>
          </a:lstStyle>
          <a:p>
            <a:pPr lvl="0" rtl="0"/>
            <a:r>
              <a:rPr lang="es-ES" noProof="0"/>
              <a:t>Haga clic para editar</a:t>
            </a:r>
          </a:p>
        </p:txBody>
      </p:sp>
      <p:sp>
        <p:nvSpPr>
          <p:cNvPr id="27" name="Marcador de texto 4">
            <a:extLst>
              <a:ext uri="{FF2B5EF4-FFF2-40B4-BE49-F238E27FC236}">
                <a16:creationId xmlns:a16="http://schemas.microsoft.com/office/drawing/2014/main" id="{4F6FB95E-AD0D-3843-8241-AB907F5915CC}"/>
              </a:ext>
            </a:extLst>
          </p:cNvPr>
          <p:cNvSpPr>
            <a:spLocks noGrp="1"/>
          </p:cNvSpPr>
          <p:nvPr>
            <p:ph type="body" sz="quarter" idx="18" hasCustomPrompt="1"/>
          </p:nvPr>
        </p:nvSpPr>
        <p:spPr>
          <a:xfrm>
            <a:off x="4466252" y="2328554"/>
            <a:ext cx="3115409" cy="645284"/>
          </a:xfrm>
          <a:prstGeom prst="rect">
            <a:avLst/>
          </a:prstGeom>
        </p:spPr>
        <p:txBody>
          <a:bodyPr rtlCol="0"/>
          <a:lstStyle>
            <a:lvl1pPr>
              <a:buNone/>
              <a:defRPr sz="1800" b="1">
                <a:latin typeface="+mj-lt"/>
              </a:defRPr>
            </a:lvl1pPr>
          </a:lstStyle>
          <a:p>
            <a:pPr lvl="0" rtl="0"/>
            <a:r>
              <a:rPr lang="es-ES" noProof="0"/>
              <a:t>Haga clic para editar</a:t>
            </a:r>
          </a:p>
        </p:txBody>
      </p:sp>
      <p:sp>
        <p:nvSpPr>
          <p:cNvPr id="28" name="Marcador de texto 4">
            <a:extLst>
              <a:ext uri="{FF2B5EF4-FFF2-40B4-BE49-F238E27FC236}">
                <a16:creationId xmlns:a16="http://schemas.microsoft.com/office/drawing/2014/main" id="{CC85BB87-C622-304F-9F58-8716188AA54B}"/>
              </a:ext>
            </a:extLst>
          </p:cNvPr>
          <p:cNvSpPr>
            <a:spLocks noGrp="1"/>
          </p:cNvSpPr>
          <p:nvPr>
            <p:ph type="body" sz="quarter" idx="19" hasCustomPrompt="1"/>
          </p:nvPr>
        </p:nvSpPr>
        <p:spPr>
          <a:xfrm>
            <a:off x="7933114" y="2328554"/>
            <a:ext cx="3115409" cy="645284"/>
          </a:xfrm>
          <a:prstGeom prst="rect">
            <a:avLst/>
          </a:prstGeom>
        </p:spPr>
        <p:txBody>
          <a:bodyPr rtlCol="0"/>
          <a:lstStyle>
            <a:lvl1pPr>
              <a:buNone/>
              <a:defRPr sz="1800" b="1">
                <a:latin typeface="+mj-lt"/>
              </a:defRPr>
            </a:lvl1pPr>
          </a:lstStyle>
          <a:p>
            <a:pPr lvl="0" rtl="0"/>
            <a:r>
              <a:rPr lang="es-ES" noProof="0"/>
              <a:t>Haga clic para editar</a:t>
            </a:r>
          </a:p>
        </p:txBody>
      </p:sp>
      <p:sp>
        <p:nvSpPr>
          <p:cNvPr id="5" name="Marcador de fecha 4">
            <a:extLst>
              <a:ext uri="{FF2B5EF4-FFF2-40B4-BE49-F238E27FC236}">
                <a16:creationId xmlns:a16="http://schemas.microsoft.com/office/drawing/2014/main" id="{B9C6B0B5-56D6-429D-BC3A-5E501EDADA88}"/>
              </a:ext>
            </a:extLst>
          </p:cNvPr>
          <p:cNvSpPr>
            <a:spLocks noGrp="1"/>
          </p:cNvSpPr>
          <p:nvPr>
            <p:ph type="dt" sz="half" idx="20"/>
          </p:nvPr>
        </p:nvSpPr>
        <p:spPr/>
        <p:txBody>
          <a:bodyPr rtlCol="0"/>
          <a:lstStyle/>
          <a:p>
            <a:pPr rtl="0"/>
            <a:r>
              <a:rPr lang="es-ES" noProof="0"/>
              <a:t>3 septiembre de 20XX </a:t>
            </a:r>
          </a:p>
        </p:txBody>
      </p:sp>
      <p:sp>
        <p:nvSpPr>
          <p:cNvPr id="6" name="Marcador de pie de página 5">
            <a:extLst>
              <a:ext uri="{FF2B5EF4-FFF2-40B4-BE49-F238E27FC236}">
                <a16:creationId xmlns:a16="http://schemas.microsoft.com/office/drawing/2014/main" id="{7A88DFE9-DB89-4EB9-9FB1-D484EC0C1B58}"/>
              </a:ext>
            </a:extLst>
          </p:cNvPr>
          <p:cNvSpPr>
            <a:spLocks noGrp="1"/>
          </p:cNvSpPr>
          <p:nvPr>
            <p:ph type="ftr" sz="quarter" idx="21"/>
          </p:nvPr>
        </p:nvSpPr>
        <p:spPr/>
        <p:txBody>
          <a:bodyPr rtlCol="0"/>
          <a:lstStyle/>
          <a:p>
            <a:pPr rtl="0"/>
            <a:r>
              <a:rPr lang="es-ES" noProof="0">
                <a:solidFill>
                  <a:schemeClr val="bg1"/>
                </a:solidFill>
              </a:rPr>
              <a:t>Revisión anual</a:t>
            </a:r>
          </a:p>
        </p:txBody>
      </p:sp>
      <p:sp>
        <p:nvSpPr>
          <p:cNvPr id="7" name="Marcador de número de diapositiva 6">
            <a:extLst>
              <a:ext uri="{FF2B5EF4-FFF2-40B4-BE49-F238E27FC236}">
                <a16:creationId xmlns:a16="http://schemas.microsoft.com/office/drawing/2014/main" id="{450C09F4-4087-4A1E-B8B8-85A748DC9014}"/>
              </a:ext>
            </a:extLst>
          </p:cNvPr>
          <p:cNvSpPr>
            <a:spLocks noGrp="1"/>
          </p:cNvSpPr>
          <p:nvPr>
            <p:ph type="sldNum" sz="quarter" idx="22"/>
          </p:nvPr>
        </p:nvSpPr>
        <p:spPr/>
        <p:txBody>
          <a:bodyPr rtlCol="0"/>
          <a:lstStyle/>
          <a:p>
            <a:pPr rtl="0"/>
            <a:fld id="{7782931A-7D25-4B4B-9464-57AE418934A3}" type="slidenum">
              <a:rPr lang="es-ES" noProof="0" smtClean="0"/>
              <a:pPr rtl="0"/>
              <a:t>‹Nº›</a:t>
            </a:fld>
            <a:endParaRPr lang="es-ES" noProof="0"/>
          </a:p>
        </p:txBody>
      </p:sp>
    </p:spTree>
    <p:extLst>
      <p:ext uri="{BB962C8B-B14F-4D97-AF65-F5344CB8AC3E}">
        <p14:creationId xmlns:p14="http://schemas.microsoft.com/office/powerpoint/2010/main" val="4038980645"/>
      </p:ext>
    </p:extLst>
  </p:cSld>
  <p:clrMapOvr>
    <a:masterClrMapping/>
  </p:clrMapOvr>
  <p:extLst>
    <p:ext uri="{DCECCB84-F9BA-43D5-87BE-67443E8EF086}">
      <p15:sldGuideLst xmlns:p15="http://schemas.microsoft.com/office/powerpoint/2012/main">
        <p15:guide id="2" pos="648">
          <p15:clr>
            <a:srgbClr val="FBAE40"/>
          </p15:clr>
        </p15:guide>
        <p15:guide id="4" orient="horz" pos="1152" userDrawn="1">
          <p15:clr>
            <a:srgbClr val="FBAE40"/>
          </p15:clr>
        </p15:guide>
        <p15:guide id="5" orient="horz" pos="180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sumen">
    <p:bg>
      <p:bgPr>
        <a:solidFill>
          <a:schemeClr val="accent1"/>
        </a:solidFill>
        <a:effectLst/>
      </p:bgPr>
    </p:bg>
    <p:spTree>
      <p:nvGrpSpPr>
        <p:cNvPr id="1" name=""/>
        <p:cNvGrpSpPr/>
        <p:nvPr/>
      </p:nvGrpSpPr>
      <p:grpSpPr>
        <a:xfrm>
          <a:off x="0" y="0"/>
          <a:ext cx="0" cy="0"/>
          <a:chOff x="0" y="0"/>
          <a:chExt cx="0" cy="0"/>
        </a:xfrm>
      </p:grpSpPr>
      <p:sp>
        <p:nvSpPr>
          <p:cNvPr id="14" name="Título 1">
            <a:extLst>
              <a:ext uri="{FF2B5EF4-FFF2-40B4-BE49-F238E27FC236}">
                <a16:creationId xmlns:a16="http://schemas.microsoft.com/office/drawing/2014/main" id="{5D6FA74B-53F8-584F-85D3-47FB14D40E73}"/>
              </a:ext>
            </a:extLst>
          </p:cNvPr>
          <p:cNvSpPr>
            <a:spLocks noGrp="1"/>
          </p:cNvSpPr>
          <p:nvPr>
            <p:ph type="title" hasCustomPrompt="1"/>
          </p:nvPr>
        </p:nvSpPr>
        <p:spPr>
          <a:xfrm>
            <a:off x="1028700" y="999068"/>
            <a:ext cx="7810500" cy="645284"/>
          </a:xfrm>
          <a:prstGeom prst="rect">
            <a:avLst/>
          </a:prstGeom>
        </p:spPr>
        <p:txBody>
          <a:bodyPr lIns="0" tIns="0" rIns="0" bIns="0" rtlCol="0" anchor="b"/>
          <a:lstStyle/>
          <a:p>
            <a:pPr rtl="0"/>
            <a:r>
              <a:rPr lang="es-ES" noProof="0"/>
              <a:t>Haga clic para editar</a:t>
            </a:r>
          </a:p>
        </p:txBody>
      </p:sp>
      <p:cxnSp>
        <p:nvCxnSpPr>
          <p:cNvPr id="15" name="Conector recto 14">
            <a:extLst>
              <a:ext uri="{FF2B5EF4-FFF2-40B4-BE49-F238E27FC236}">
                <a16:creationId xmlns:a16="http://schemas.microsoft.com/office/drawing/2014/main" id="{DC152369-C198-1E48-8F65-F6AC0534DFF6}"/>
              </a:ext>
            </a:extLst>
          </p:cNvPr>
          <p:cNvCxnSpPr>
            <a:cxnSpLocks/>
          </p:cNvCxnSpPr>
          <p:nvPr userDrawn="1"/>
        </p:nvCxnSpPr>
        <p:spPr>
          <a:xfrm>
            <a:off x="1033153" y="1871272"/>
            <a:ext cx="10125694" cy="0"/>
          </a:xfrm>
          <a:prstGeom prst="line">
            <a:avLst/>
          </a:prstGeom>
          <a:ln w="76200"/>
        </p:spPr>
        <p:style>
          <a:lnRef idx="1">
            <a:schemeClr val="dk1"/>
          </a:lnRef>
          <a:fillRef idx="0">
            <a:schemeClr val="dk1"/>
          </a:fillRef>
          <a:effectRef idx="0">
            <a:schemeClr val="dk1"/>
          </a:effectRef>
          <a:fontRef idx="minor">
            <a:schemeClr val="tx1"/>
          </a:fontRef>
        </p:style>
      </p:cxnSp>
      <p:sp>
        <p:nvSpPr>
          <p:cNvPr id="3" name="Marcador de texto 2">
            <a:extLst>
              <a:ext uri="{FF2B5EF4-FFF2-40B4-BE49-F238E27FC236}">
                <a16:creationId xmlns:a16="http://schemas.microsoft.com/office/drawing/2014/main" id="{BC8921E4-02B0-3748-9844-933F710058FA}"/>
              </a:ext>
            </a:extLst>
          </p:cNvPr>
          <p:cNvSpPr>
            <a:spLocks noGrp="1"/>
          </p:cNvSpPr>
          <p:nvPr>
            <p:ph type="body" sz="quarter" idx="10" hasCustomPrompt="1"/>
          </p:nvPr>
        </p:nvSpPr>
        <p:spPr>
          <a:xfrm>
            <a:off x="1028700" y="2321923"/>
            <a:ext cx="4876800" cy="3825952"/>
          </a:xfrm>
          <a:prstGeom prst="rect">
            <a:avLst/>
          </a:prstGeom>
        </p:spPr>
        <p:txBody>
          <a:bodyPr rtlCol="0"/>
          <a:lstStyle>
            <a:lvl1pPr>
              <a:buNone/>
              <a:defRPr sz="1800"/>
            </a:lvl1pPr>
          </a:lstStyle>
          <a:p>
            <a:pPr lvl="0" rtl="0"/>
            <a:r>
              <a:rPr lang="es-ES" noProof="0"/>
              <a:t>Haga clic para editar</a:t>
            </a:r>
          </a:p>
        </p:txBody>
      </p:sp>
      <p:sp>
        <p:nvSpPr>
          <p:cNvPr id="16" name="Marcador de texto 2">
            <a:extLst>
              <a:ext uri="{FF2B5EF4-FFF2-40B4-BE49-F238E27FC236}">
                <a16:creationId xmlns:a16="http://schemas.microsoft.com/office/drawing/2014/main" id="{43048678-0BD6-C448-8690-BD61FC60950D}"/>
              </a:ext>
            </a:extLst>
          </p:cNvPr>
          <p:cNvSpPr>
            <a:spLocks noGrp="1"/>
          </p:cNvSpPr>
          <p:nvPr>
            <p:ph type="body" sz="quarter" idx="11" hasCustomPrompt="1"/>
          </p:nvPr>
        </p:nvSpPr>
        <p:spPr>
          <a:xfrm>
            <a:off x="6248400" y="2286000"/>
            <a:ext cx="4876800" cy="2746375"/>
          </a:xfrm>
          <a:prstGeom prst="rect">
            <a:avLst/>
          </a:prstGeom>
        </p:spPr>
        <p:txBody>
          <a:bodyPr rtlCol="0"/>
          <a:lstStyle>
            <a:lvl1pPr>
              <a:buNone/>
              <a:defRPr sz="1800"/>
            </a:lvl1pPr>
          </a:lstStyle>
          <a:p>
            <a:pPr lvl="0" rtl="0"/>
            <a:r>
              <a:rPr lang="es-ES" noProof="0"/>
              <a:t>Haga clic para editar</a:t>
            </a:r>
          </a:p>
        </p:txBody>
      </p:sp>
      <p:sp>
        <p:nvSpPr>
          <p:cNvPr id="2" name="Marcador de fecha 1">
            <a:extLst>
              <a:ext uri="{FF2B5EF4-FFF2-40B4-BE49-F238E27FC236}">
                <a16:creationId xmlns:a16="http://schemas.microsoft.com/office/drawing/2014/main" id="{AAC8134C-ADB9-4E1C-97DD-12E5DE2C7753}"/>
              </a:ext>
            </a:extLst>
          </p:cNvPr>
          <p:cNvSpPr>
            <a:spLocks noGrp="1"/>
          </p:cNvSpPr>
          <p:nvPr>
            <p:ph type="dt" sz="half" idx="12"/>
          </p:nvPr>
        </p:nvSpPr>
        <p:spPr/>
        <p:txBody>
          <a:bodyPr rtlCol="0"/>
          <a:lstStyle/>
          <a:p>
            <a:pPr rtl="0"/>
            <a:r>
              <a:rPr lang="es-ES" noProof="0"/>
              <a:t>3 septiembre de 20XX </a:t>
            </a:r>
          </a:p>
        </p:txBody>
      </p:sp>
      <p:sp>
        <p:nvSpPr>
          <p:cNvPr id="4" name="Marcador de pie de página 3">
            <a:extLst>
              <a:ext uri="{FF2B5EF4-FFF2-40B4-BE49-F238E27FC236}">
                <a16:creationId xmlns:a16="http://schemas.microsoft.com/office/drawing/2014/main" id="{67A0C24D-14BB-46C9-A4C2-DB15E4FB9B2B}"/>
              </a:ext>
            </a:extLst>
          </p:cNvPr>
          <p:cNvSpPr>
            <a:spLocks noGrp="1"/>
          </p:cNvSpPr>
          <p:nvPr>
            <p:ph type="ftr" sz="quarter" idx="13"/>
          </p:nvPr>
        </p:nvSpPr>
        <p:spPr/>
        <p:txBody>
          <a:bodyPr rtlCol="0"/>
          <a:lstStyle/>
          <a:p>
            <a:pPr rtl="0"/>
            <a:r>
              <a:rPr lang="es-ES" noProof="0">
                <a:solidFill>
                  <a:schemeClr val="bg1"/>
                </a:solidFill>
              </a:rPr>
              <a:t>Revisión anual</a:t>
            </a:r>
          </a:p>
        </p:txBody>
      </p:sp>
      <p:sp>
        <p:nvSpPr>
          <p:cNvPr id="5" name="Marcador de número de diapositiva 4">
            <a:extLst>
              <a:ext uri="{FF2B5EF4-FFF2-40B4-BE49-F238E27FC236}">
                <a16:creationId xmlns:a16="http://schemas.microsoft.com/office/drawing/2014/main" id="{B033D085-5F13-41E2-9C46-08E3E2846CC8}"/>
              </a:ext>
            </a:extLst>
          </p:cNvPr>
          <p:cNvSpPr>
            <a:spLocks noGrp="1"/>
          </p:cNvSpPr>
          <p:nvPr>
            <p:ph type="sldNum" sz="quarter" idx="14"/>
          </p:nvPr>
        </p:nvSpPr>
        <p:spPr/>
        <p:txBody>
          <a:bodyPr rtlCol="0"/>
          <a:lstStyle/>
          <a:p>
            <a:pPr rtl="0"/>
            <a:fld id="{7782931A-7D25-4B4B-9464-57AE418934A3}" type="slidenum">
              <a:rPr lang="es-ES" noProof="0" smtClean="0"/>
              <a:pPr rtl="0"/>
              <a:t>‹Nº›</a:t>
            </a:fld>
            <a:endParaRPr lang="es-ES" noProof="0"/>
          </a:p>
        </p:txBody>
      </p:sp>
    </p:spTree>
    <p:extLst>
      <p:ext uri="{BB962C8B-B14F-4D97-AF65-F5344CB8AC3E}">
        <p14:creationId xmlns:p14="http://schemas.microsoft.com/office/powerpoint/2010/main" val="2333889743"/>
      </p:ext>
    </p:extLst>
  </p:cSld>
  <p:clrMapOvr>
    <a:masterClrMapping/>
  </p:clrMapOvr>
  <p:extLst>
    <p:ext uri="{DCECCB84-F9BA-43D5-87BE-67443E8EF086}">
      <p15:sldGuideLst xmlns:p15="http://schemas.microsoft.com/office/powerpoint/2012/main">
        <p15:guide id="2" pos="648">
          <p15:clr>
            <a:srgbClr val="FBAE40"/>
          </p15:clr>
        </p15:guide>
        <p15:guide id="4" orient="horz" pos="1152" userDrawn="1">
          <p15:clr>
            <a:srgbClr val="FBAE40"/>
          </p15:clr>
        </p15:guide>
        <p15:guide id="5" orient="horz" pos="14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acias ">
    <p:spTree>
      <p:nvGrpSpPr>
        <p:cNvPr id="1" name=""/>
        <p:cNvGrpSpPr/>
        <p:nvPr/>
      </p:nvGrpSpPr>
      <p:grpSpPr>
        <a:xfrm>
          <a:off x="0" y="0"/>
          <a:ext cx="0" cy="0"/>
          <a:chOff x="0" y="0"/>
          <a:chExt cx="0" cy="0"/>
        </a:xfrm>
      </p:grpSpPr>
      <p:sp>
        <p:nvSpPr>
          <p:cNvPr id="24" name="Título 1">
            <a:extLst>
              <a:ext uri="{FF2B5EF4-FFF2-40B4-BE49-F238E27FC236}">
                <a16:creationId xmlns:a16="http://schemas.microsoft.com/office/drawing/2014/main" id="{B35C0DBA-B958-984A-8540-551D3604D6D8}"/>
              </a:ext>
            </a:extLst>
          </p:cNvPr>
          <p:cNvSpPr>
            <a:spLocks noGrp="1"/>
          </p:cNvSpPr>
          <p:nvPr>
            <p:ph type="title" hasCustomPrompt="1"/>
          </p:nvPr>
        </p:nvSpPr>
        <p:spPr>
          <a:xfrm>
            <a:off x="6257107" y="999068"/>
            <a:ext cx="4876800" cy="645284"/>
          </a:xfrm>
          <a:prstGeom prst="rect">
            <a:avLst/>
          </a:prstGeom>
        </p:spPr>
        <p:txBody>
          <a:bodyPr lIns="0" tIns="0" rIns="0" bIns="0" rtlCol="0" anchor="b"/>
          <a:lstStyle/>
          <a:p>
            <a:pPr rtl="0"/>
            <a:r>
              <a:rPr lang="es-ES" noProof="0"/>
              <a:t>Haga clic para editar</a:t>
            </a:r>
          </a:p>
        </p:txBody>
      </p:sp>
      <p:sp>
        <p:nvSpPr>
          <p:cNvPr id="25" name="Marcador de contenido 2">
            <a:extLst>
              <a:ext uri="{FF2B5EF4-FFF2-40B4-BE49-F238E27FC236}">
                <a16:creationId xmlns:a16="http://schemas.microsoft.com/office/drawing/2014/main" id="{0C9ECF50-A899-D84A-8DA7-545D7B1945C4}"/>
              </a:ext>
            </a:extLst>
          </p:cNvPr>
          <p:cNvSpPr>
            <a:spLocks noGrp="1"/>
          </p:cNvSpPr>
          <p:nvPr>
            <p:ph sz="half" idx="1" hasCustomPrompt="1"/>
          </p:nvPr>
        </p:nvSpPr>
        <p:spPr>
          <a:xfrm>
            <a:off x="6257107" y="2286003"/>
            <a:ext cx="4876800" cy="2332729"/>
          </a:xfrm>
          <a:prstGeom prst="rect">
            <a:avLst/>
          </a:prstGeom>
        </p:spPr>
        <p:txBody>
          <a:bodyPr lIns="0" tIns="0" rIns="0" bIns="0" rtlCol="0"/>
          <a:lstStyle>
            <a:lvl1pPr marL="0" indent="0">
              <a:lnSpc>
                <a:spcPct val="100000"/>
              </a:lnSpc>
              <a:buNone/>
              <a:defRPr sz="1800"/>
            </a:lvl1pPr>
            <a:lvl2pPr marL="457200" indent="0">
              <a:buNone/>
              <a:defRPr sz="2000"/>
            </a:lvl2pPr>
            <a:lvl3pPr marL="914400" indent="0">
              <a:buNone/>
              <a:defRPr sz="2000"/>
            </a:lvl3pPr>
            <a:lvl4pPr marL="1371600" indent="0">
              <a:buNone/>
              <a:defRPr sz="2000"/>
            </a:lvl4pPr>
            <a:lvl5pPr marL="1828800" indent="0">
              <a:buNone/>
              <a:defRPr sz="2000"/>
            </a:lvl5pPr>
          </a:lstStyle>
          <a:p>
            <a:pPr lvl="0" rtl="0"/>
            <a:r>
              <a:rPr lang="es-ES" noProof="0"/>
              <a:t>Haga clic para editar</a:t>
            </a:r>
          </a:p>
        </p:txBody>
      </p:sp>
      <p:cxnSp>
        <p:nvCxnSpPr>
          <p:cNvPr id="11" name="Conector recto 10">
            <a:extLst>
              <a:ext uri="{FF2B5EF4-FFF2-40B4-BE49-F238E27FC236}">
                <a16:creationId xmlns:a16="http://schemas.microsoft.com/office/drawing/2014/main" id="{0C23E260-2F88-C54F-893E-80966D14934A}"/>
              </a:ext>
            </a:extLst>
          </p:cNvPr>
          <p:cNvCxnSpPr>
            <a:cxnSpLocks/>
          </p:cNvCxnSpPr>
          <p:nvPr userDrawn="1"/>
        </p:nvCxnSpPr>
        <p:spPr>
          <a:xfrm>
            <a:off x="6261560" y="1869925"/>
            <a:ext cx="4872347" cy="0"/>
          </a:xfrm>
          <a:prstGeom prst="line">
            <a:avLst/>
          </a:prstGeom>
          <a:ln w="76200"/>
        </p:spPr>
        <p:style>
          <a:lnRef idx="1">
            <a:schemeClr val="dk1"/>
          </a:lnRef>
          <a:fillRef idx="0">
            <a:schemeClr val="dk1"/>
          </a:fillRef>
          <a:effectRef idx="0">
            <a:schemeClr val="dk1"/>
          </a:effectRef>
          <a:fontRef idx="minor">
            <a:schemeClr val="tx1"/>
          </a:fontRef>
        </p:style>
      </p:cxnSp>
      <p:sp>
        <p:nvSpPr>
          <p:cNvPr id="4" name="Marcador de posición de imagen 3">
            <a:extLst>
              <a:ext uri="{FF2B5EF4-FFF2-40B4-BE49-F238E27FC236}">
                <a16:creationId xmlns:a16="http://schemas.microsoft.com/office/drawing/2014/main" id="{141785DC-164D-344A-8D61-85C59CABECCD}"/>
              </a:ext>
            </a:extLst>
          </p:cNvPr>
          <p:cNvSpPr>
            <a:spLocks noGrp="1"/>
          </p:cNvSpPr>
          <p:nvPr>
            <p:ph type="pic" sz="quarter" idx="10"/>
          </p:nvPr>
        </p:nvSpPr>
        <p:spPr>
          <a:xfrm>
            <a:off x="0" y="990600"/>
            <a:ext cx="4837176" cy="4837176"/>
          </a:xfrm>
          <a:prstGeom prst="rect">
            <a:avLst/>
          </a:prstGeom>
        </p:spPr>
        <p:txBody>
          <a:bodyPr rtlCol="0"/>
          <a:lstStyle/>
          <a:p>
            <a:pPr rtl="0"/>
            <a:r>
              <a:rPr lang="es-MX" noProof="0"/>
              <a:t>Haz clic en el icono para agregar una imagen</a:t>
            </a:r>
            <a:endParaRPr lang="es-ES" noProof="0"/>
          </a:p>
        </p:txBody>
      </p:sp>
      <p:sp>
        <p:nvSpPr>
          <p:cNvPr id="9" name="Marcador de contenido 13">
            <a:extLst>
              <a:ext uri="{FF2B5EF4-FFF2-40B4-BE49-F238E27FC236}">
                <a16:creationId xmlns:a16="http://schemas.microsoft.com/office/drawing/2014/main" id="{8B57D363-927D-CE43-AD8A-2F5E6CC59E9F}"/>
              </a:ext>
            </a:extLst>
          </p:cNvPr>
          <p:cNvSpPr>
            <a:spLocks noGrp="1"/>
          </p:cNvSpPr>
          <p:nvPr>
            <p:ph sz="quarter" idx="12" hasCustomPrompt="1"/>
          </p:nvPr>
        </p:nvSpPr>
        <p:spPr>
          <a:xfrm>
            <a:off x="6257107" y="4659581"/>
            <a:ext cx="4876800" cy="543031"/>
          </a:xfrm>
          <a:prstGeom prst="rect">
            <a:avLst/>
          </a:prstGeom>
        </p:spPr>
        <p:txBody>
          <a:bodyPr lIns="0" tIns="0" rIns="0" bIns="0" rtlCol="0" anchor="t"/>
          <a:lstStyle>
            <a:lvl1pPr marL="0" indent="0">
              <a:buFontTx/>
              <a:buNone/>
              <a:defRPr sz="1600"/>
            </a:lvl1pPr>
            <a:lvl2pPr marL="457200" indent="0">
              <a:buFontTx/>
              <a:buNone/>
              <a:defRPr sz="1200"/>
            </a:lvl2pPr>
            <a:lvl3pPr marL="914400" indent="0">
              <a:buFontTx/>
              <a:buNone/>
              <a:defRPr sz="1200"/>
            </a:lvl3pPr>
            <a:lvl4pPr marL="1371600" indent="0">
              <a:buFontTx/>
              <a:buNone/>
              <a:defRPr sz="1200"/>
            </a:lvl4pPr>
            <a:lvl5pPr marL="1828800" indent="0">
              <a:buFontTx/>
              <a:buNone/>
              <a:defRPr sz="1200"/>
            </a:lvl5pPr>
          </a:lstStyle>
          <a:p>
            <a:pPr lvl="0" rtl="0"/>
            <a:r>
              <a:rPr lang="es-ES" noProof="0"/>
              <a:t>Haga clic para editar</a:t>
            </a:r>
          </a:p>
        </p:txBody>
      </p:sp>
      <p:sp>
        <p:nvSpPr>
          <p:cNvPr id="6" name="Marcador de fecha 5">
            <a:extLst>
              <a:ext uri="{FF2B5EF4-FFF2-40B4-BE49-F238E27FC236}">
                <a16:creationId xmlns:a16="http://schemas.microsoft.com/office/drawing/2014/main" id="{DB2FDBC3-20E9-45B6-850D-2F34EA22D1B8}"/>
              </a:ext>
            </a:extLst>
          </p:cNvPr>
          <p:cNvSpPr>
            <a:spLocks noGrp="1"/>
          </p:cNvSpPr>
          <p:nvPr>
            <p:ph type="dt" sz="half" idx="13"/>
          </p:nvPr>
        </p:nvSpPr>
        <p:spPr/>
        <p:txBody>
          <a:bodyPr rtlCol="0"/>
          <a:lstStyle/>
          <a:p>
            <a:pPr rtl="0"/>
            <a:r>
              <a:rPr lang="es-ES" noProof="0"/>
              <a:t>3 septiembre de 20XX </a:t>
            </a:r>
          </a:p>
        </p:txBody>
      </p:sp>
      <p:sp>
        <p:nvSpPr>
          <p:cNvPr id="7" name="Marcador de pie de página 6">
            <a:extLst>
              <a:ext uri="{FF2B5EF4-FFF2-40B4-BE49-F238E27FC236}">
                <a16:creationId xmlns:a16="http://schemas.microsoft.com/office/drawing/2014/main" id="{BC17A152-7FD0-42FA-9937-8667D4B75152}"/>
              </a:ext>
            </a:extLst>
          </p:cNvPr>
          <p:cNvSpPr>
            <a:spLocks noGrp="1"/>
          </p:cNvSpPr>
          <p:nvPr>
            <p:ph type="ftr" sz="quarter" idx="14"/>
          </p:nvPr>
        </p:nvSpPr>
        <p:spPr/>
        <p:txBody>
          <a:bodyPr rtlCol="0"/>
          <a:lstStyle/>
          <a:p>
            <a:pPr rtl="0"/>
            <a:r>
              <a:rPr lang="es-ES" noProof="0">
                <a:solidFill>
                  <a:schemeClr val="bg1"/>
                </a:solidFill>
              </a:rPr>
              <a:t>Revisión anual</a:t>
            </a:r>
          </a:p>
        </p:txBody>
      </p:sp>
      <p:sp>
        <p:nvSpPr>
          <p:cNvPr id="8" name="Marcador de número de diapositiva 7">
            <a:extLst>
              <a:ext uri="{FF2B5EF4-FFF2-40B4-BE49-F238E27FC236}">
                <a16:creationId xmlns:a16="http://schemas.microsoft.com/office/drawing/2014/main" id="{B687AABD-BCAB-4325-8510-954CAAD92A9D}"/>
              </a:ext>
            </a:extLst>
          </p:cNvPr>
          <p:cNvSpPr>
            <a:spLocks noGrp="1"/>
          </p:cNvSpPr>
          <p:nvPr>
            <p:ph type="sldNum" sz="quarter" idx="15"/>
          </p:nvPr>
        </p:nvSpPr>
        <p:spPr/>
        <p:txBody>
          <a:bodyPr rtlCol="0"/>
          <a:lstStyle/>
          <a:p>
            <a:pPr rtl="0"/>
            <a:fld id="{7782931A-7D25-4B4B-9464-57AE418934A3}" type="slidenum">
              <a:rPr lang="es-ES" noProof="0" smtClean="0"/>
              <a:pPr rtl="0"/>
              <a:t>‹Nº›</a:t>
            </a:fld>
            <a:endParaRPr lang="es-ES" noProof="0"/>
          </a:p>
        </p:txBody>
      </p:sp>
    </p:spTree>
    <p:extLst>
      <p:ext uri="{BB962C8B-B14F-4D97-AF65-F5344CB8AC3E}">
        <p14:creationId xmlns:p14="http://schemas.microsoft.com/office/powerpoint/2010/main" val="1218541589"/>
      </p:ext>
    </p:extLst>
  </p:cSld>
  <p:clrMapOvr>
    <a:masterClrMapping/>
  </p:clrMapOvr>
  <p:extLst>
    <p:ext uri="{DCECCB84-F9BA-43D5-87BE-67443E8EF086}">
      <p15:sldGuideLst xmlns:p15="http://schemas.microsoft.com/office/powerpoint/2012/main">
        <p15:guide id="2" pos="648">
          <p15:clr>
            <a:srgbClr val="FBAE40"/>
          </p15:clr>
        </p15:guide>
        <p15:guide id="4" orient="horz" pos="1152" userDrawn="1">
          <p15:clr>
            <a:srgbClr val="FBAE40"/>
          </p15:clr>
        </p15:guide>
        <p15:guide id="5" orient="horz" pos="14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Marcador de fecha 3">
            <a:extLst>
              <a:ext uri="{FF2B5EF4-FFF2-40B4-BE49-F238E27FC236}">
                <a16:creationId xmlns:a16="http://schemas.microsoft.com/office/drawing/2014/main" id="{879F22C8-3EAB-425F-ADBA-3A162D82024E}"/>
              </a:ext>
            </a:extLst>
          </p:cNvPr>
          <p:cNvSpPr>
            <a:spLocks noGrp="1"/>
          </p:cNvSpPr>
          <p:nvPr>
            <p:ph type="dt" sz="half" idx="2"/>
          </p:nvPr>
        </p:nvSpPr>
        <p:spPr>
          <a:xfrm>
            <a:off x="9830818" y="6292334"/>
            <a:ext cx="1522982" cy="182880"/>
          </a:xfrm>
          <a:prstGeom prst="rect">
            <a:avLst/>
          </a:prstGeom>
        </p:spPr>
        <p:txBody>
          <a:bodyPr vert="horz" lIns="0" tIns="45720" rIns="0" bIns="45720" rtlCol="0" anchor="ctr"/>
          <a:lstStyle>
            <a:lvl1pPr algn="l">
              <a:defRPr sz="1200" b="0">
                <a:solidFill>
                  <a:schemeClr val="bg1"/>
                </a:solidFill>
              </a:defRPr>
            </a:lvl1pPr>
          </a:lstStyle>
          <a:p>
            <a:pPr rtl="0"/>
            <a:r>
              <a:rPr lang="es-ES" noProof="0"/>
              <a:t>3 septiembre de 20XX </a:t>
            </a:r>
          </a:p>
        </p:txBody>
      </p:sp>
      <p:sp>
        <p:nvSpPr>
          <p:cNvPr id="3" name="Marcador de pie de página 4">
            <a:extLst>
              <a:ext uri="{FF2B5EF4-FFF2-40B4-BE49-F238E27FC236}">
                <a16:creationId xmlns:a16="http://schemas.microsoft.com/office/drawing/2014/main" id="{CC4B4F87-0B31-4EDA-8270-4233B0D8FF74}"/>
              </a:ext>
            </a:extLst>
          </p:cNvPr>
          <p:cNvSpPr>
            <a:spLocks noGrp="1"/>
          </p:cNvSpPr>
          <p:nvPr>
            <p:ph type="ftr" sz="quarter" idx="3"/>
          </p:nvPr>
        </p:nvSpPr>
        <p:spPr>
          <a:xfrm>
            <a:off x="8298180" y="6294120"/>
            <a:ext cx="1462788" cy="182880"/>
          </a:xfrm>
          <a:prstGeom prst="rect">
            <a:avLst/>
          </a:prstGeom>
        </p:spPr>
        <p:txBody>
          <a:bodyPr vert="horz" lIns="91440" tIns="45720" rIns="91440" bIns="45720" rtlCol="0" anchor="ctr"/>
          <a:lstStyle>
            <a:lvl1pPr algn="l">
              <a:defRPr sz="1200" b="1">
                <a:solidFill>
                  <a:schemeClr val="bg1"/>
                </a:solidFill>
              </a:defRPr>
            </a:lvl1pPr>
          </a:lstStyle>
          <a:p>
            <a:pPr rtl="0"/>
            <a:r>
              <a:rPr lang="es-ES" noProof="0">
                <a:solidFill>
                  <a:schemeClr val="bg1"/>
                </a:solidFill>
              </a:rPr>
              <a:t>Revisión anual</a:t>
            </a:r>
          </a:p>
        </p:txBody>
      </p:sp>
      <p:sp>
        <p:nvSpPr>
          <p:cNvPr id="4" name="Marcador de número de diapositiva 5">
            <a:extLst>
              <a:ext uri="{FF2B5EF4-FFF2-40B4-BE49-F238E27FC236}">
                <a16:creationId xmlns:a16="http://schemas.microsoft.com/office/drawing/2014/main" id="{A05EC255-976A-48BF-A8A0-1ECEBDFBB6B7}"/>
              </a:ext>
            </a:extLst>
          </p:cNvPr>
          <p:cNvSpPr>
            <a:spLocks noGrp="1"/>
          </p:cNvSpPr>
          <p:nvPr>
            <p:ph type="sldNum" sz="quarter" idx="4"/>
          </p:nvPr>
        </p:nvSpPr>
        <p:spPr>
          <a:xfrm>
            <a:off x="11493500" y="6292334"/>
            <a:ext cx="412750" cy="182880"/>
          </a:xfrm>
          <a:prstGeom prst="rect">
            <a:avLst/>
          </a:prstGeom>
        </p:spPr>
        <p:txBody>
          <a:bodyPr vert="horz" lIns="91440" tIns="45720" rIns="91440" bIns="45720" rtlCol="0" anchor="ctr"/>
          <a:lstStyle>
            <a:lvl1pPr algn="r">
              <a:defRPr sz="1200">
                <a:solidFill>
                  <a:schemeClr val="bg1"/>
                </a:solidFill>
              </a:defRPr>
            </a:lvl1pPr>
          </a:lstStyle>
          <a:p>
            <a:pPr rtl="0"/>
            <a:fld id="{7782931A-7D25-4B4B-9464-57AE418934A3}" type="slidenum">
              <a:rPr lang="es-ES" noProof="0" smtClean="0"/>
              <a:pPr rtl="0"/>
              <a:t>‹Nº›</a:t>
            </a:fld>
            <a:endParaRPr lang="es-ES" noProof="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659" r:id="rId1"/>
    <p:sldLayoutId id="2147483674" r:id="rId2"/>
    <p:sldLayoutId id="2147483673" r:id="rId3"/>
    <p:sldLayoutId id="2147483671" r:id="rId4"/>
    <p:sldLayoutId id="2147483678" r:id="rId5"/>
    <p:sldLayoutId id="2147483676" r:id="rId6"/>
    <p:sldLayoutId id="2147483677" r:id="rId7"/>
    <p:sldLayoutId id="2147483660" r:id="rId8"/>
    <p:sldLayoutId id="2147483675" r:id="rId9"/>
    <p:sldLayoutId id="2147483679" r:id="rId10"/>
    <p:sldLayoutId id="2147483680" r:id="rId11"/>
    <p:sldLayoutId id="2147483681" r:id="rId12"/>
    <p:sldLayoutId id="2147483684" r:id="rId13"/>
  </p:sldLayoutIdLst>
  <p:hf hdr="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7008" userDrawn="1">
          <p15:clr>
            <a:srgbClr val="F26B43"/>
          </p15:clr>
        </p15:guide>
        <p15:guide id="8" pos="3720">
          <p15:clr>
            <a:srgbClr val="547EBF"/>
          </p15:clr>
        </p15:guide>
        <p15:guide id="9" pos="2112">
          <p15:clr>
            <a:srgbClr val="547EBF"/>
          </p15:clr>
        </p15:guide>
        <p15:guide id="10" pos="1824" userDrawn="1">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orient="horz" pos="624" userDrawn="1">
          <p15:clr>
            <a:srgbClr val="F26B43"/>
          </p15:clr>
        </p15:guide>
        <p15:guide id="18" orient="horz" pos="3672" userDrawn="1">
          <p15:clr>
            <a:srgbClr val="F26B43"/>
          </p15:clr>
        </p15:guide>
        <p15:guide id="19" pos="3984" userDrawn="1">
          <p15:clr>
            <a:srgbClr val="547EBF"/>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ítulo 8">
            <a:extLst>
              <a:ext uri="{FF2B5EF4-FFF2-40B4-BE49-F238E27FC236}">
                <a16:creationId xmlns:a16="http://schemas.microsoft.com/office/drawing/2014/main" id="{9C99CF7C-AFAB-48F1-8FC3-CCCE989822A6}"/>
              </a:ext>
            </a:extLst>
          </p:cNvPr>
          <p:cNvSpPr>
            <a:spLocks noGrp="1"/>
          </p:cNvSpPr>
          <p:nvPr>
            <p:ph type="title"/>
          </p:nvPr>
        </p:nvSpPr>
        <p:spPr>
          <a:xfrm>
            <a:off x="976003" y="1268362"/>
            <a:ext cx="7805737" cy="3160210"/>
          </a:xfrm>
        </p:spPr>
        <p:txBody>
          <a:bodyPr rtlCol="0"/>
          <a:lstStyle/>
          <a:p>
            <a:r>
              <a:rPr lang="es-AR" sz="4400" dirty="0">
                <a:latin typeface="Amasis MT Pro Medium" panose="02040604050005020304" pitchFamily="18" charset="0"/>
              </a:rPr>
              <a:t>Capital humano, desigualdad y desarrollo económico</a:t>
            </a:r>
            <a:br>
              <a:rPr lang="es-AR" sz="4400" dirty="0">
                <a:latin typeface="Amasis MT Pro Medium" panose="02040604050005020304" pitchFamily="18" charset="0"/>
              </a:rPr>
            </a:br>
            <a:r>
              <a:rPr lang="es-AR" sz="4400" dirty="0">
                <a:latin typeface="Amasis MT Pro Medium" panose="02040604050005020304" pitchFamily="18" charset="0"/>
              </a:rPr>
              <a:t>Evidencia comparada para 12 países (2005-2022)</a:t>
            </a:r>
            <a:br>
              <a:rPr lang="es-AR" sz="4400" dirty="0"/>
            </a:br>
            <a:endParaRPr lang="es-ES" sz="4400" dirty="0"/>
          </a:p>
        </p:txBody>
      </p:sp>
      <p:sp>
        <p:nvSpPr>
          <p:cNvPr id="3" name="Marcador de contenido 2">
            <a:extLst>
              <a:ext uri="{FF2B5EF4-FFF2-40B4-BE49-F238E27FC236}">
                <a16:creationId xmlns:a16="http://schemas.microsoft.com/office/drawing/2014/main" id="{CA8ECC17-4660-124A-8996-54F15FD169C0}"/>
              </a:ext>
            </a:extLst>
          </p:cNvPr>
          <p:cNvSpPr>
            <a:spLocks noGrp="1"/>
          </p:cNvSpPr>
          <p:nvPr>
            <p:ph sz="quarter" idx="11"/>
          </p:nvPr>
        </p:nvSpPr>
        <p:spPr/>
        <p:txBody>
          <a:bodyPr rtlCol="0"/>
          <a:lstStyle/>
          <a:p>
            <a:r>
              <a:rPr lang="es-AR" b="1" dirty="0"/>
              <a:t>Ciencia de Datos para Economía y Negocios</a:t>
            </a:r>
            <a:endParaRPr lang="es-AR" dirty="0"/>
          </a:p>
          <a:p>
            <a:r>
              <a:rPr lang="es-AR" dirty="0"/>
              <a:t>Integrantes: Francisco Guerra, Luciana Benitez, Nayla Pajello</a:t>
            </a:r>
          </a:p>
          <a:p>
            <a:r>
              <a:rPr lang="es-AR" dirty="0"/>
              <a:t>Universidad de Buenos Aires</a:t>
            </a:r>
          </a:p>
          <a:p>
            <a:pPr rtl="0"/>
            <a:endParaRPr lang="es-ES" dirty="0"/>
          </a:p>
        </p:txBody>
      </p:sp>
    </p:spTree>
    <p:extLst>
      <p:ext uri="{BB962C8B-B14F-4D97-AF65-F5344CB8AC3E}">
        <p14:creationId xmlns:p14="http://schemas.microsoft.com/office/powerpoint/2010/main" val="2605473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AB324FA0-0DB4-3942-B6B8-27D09C4FFA0C}"/>
              </a:ext>
            </a:extLst>
          </p:cNvPr>
          <p:cNvSpPr>
            <a:spLocks noGrp="1"/>
          </p:cNvSpPr>
          <p:nvPr>
            <p:ph type="title"/>
          </p:nvPr>
        </p:nvSpPr>
        <p:spPr/>
        <p:txBody>
          <a:bodyPr rtlCol="0"/>
          <a:lstStyle/>
          <a:p>
            <a:pPr rtl="0"/>
            <a:r>
              <a:rPr lang="es-ES" dirty="0">
                <a:latin typeface="Amasis MT Pro Medium" panose="02040604050005020304" pitchFamily="18" charset="0"/>
              </a:rPr>
              <a:t>Hipótesis Principal</a:t>
            </a:r>
          </a:p>
        </p:txBody>
      </p:sp>
      <p:sp>
        <p:nvSpPr>
          <p:cNvPr id="2" name="Marcador de texto 1">
            <a:extLst>
              <a:ext uri="{FF2B5EF4-FFF2-40B4-BE49-F238E27FC236}">
                <a16:creationId xmlns:a16="http://schemas.microsoft.com/office/drawing/2014/main" id="{E209607A-1079-0440-B136-F827E83999C2}"/>
              </a:ext>
            </a:extLst>
          </p:cNvPr>
          <p:cNvSpPr>
            <a:spLocks noGrp="1"/>
          </p:cNvSpPr>
          <p:nvPr>
            <p:ph type="body" sz="quarter" idx="10"/>
          </p:nvPr>
        </p:nvSpPr>
        <p:spPr/>
        <p:txBody>
          <a:bodyPr rtlCol="0"/>
          <a:lstStyle/>
          <a:p>
            <a:r>
              <a:rPr lang="es-AR" dirty="0"/>
              <a:t>Los países con mayores niveles de capital humano y una estructura económica más desarrollada tienden a presentar mayores niveles de PIB per cápita, mientras que una mayor desigualdad se asocia con menores niveles de desarrollo económico</a:t>
            </a:r>
            <a:endParaRPr lang="es-ES" dirty="0"/>
          </a:p>
        </p:txBody>
      </p:sp>
      <p:sp>
        <p:nvSpPr>
          <p:cNvPr id="4" name="Marcador de fecha 3">
            <a:extLst>
              <a:ext uri="{FF2B5EF4-FFF2-40B4-BE49-F238E27FC236}">
                <a16:creationId xmlns:a16="http://schemas.microsoft.com/office/drawing/2014/main" id="{872757B9-F955-4193-88D9-F4EA85D547DA}"/>
              </a:ext>
            </a:extLst>
          </p:cNvPr>
          <p:cNvSpPr>
            <a:spLocks noGrp="1"/>
          </p:cNvSpPr>
          <p:nvPr>
            <p:ph type="dt" sz="half" idx="11"/>
          </p:nvPr>
        </p:nvSpPr>
        <p:spPr>
          <a:xfrm>
            <a:off x="9830818" y="6292334"/>
            <a:ext cx="1522982" cy="182880"/>
          </a:xfrm>
        </p:spPr>
        <p:txBody>
          <a:bodyPr rtlCol="0"/>
          <a:lstStyle/>
          <a:p>
            <a:pPr rtl="0"/>
            <a:r>
              <a:rPr lang="es-ES" sz="1100" dirty="0"/>
              <a:t>    </a:t>
            </a:r>
          </a:p>
        </p:txBody>
      </p:sp>
      <p:sp>
        <p:nvSpPr>
          <p:cNvPr id="5" name="Marcador de pie de página 4">
            <a:extLst>
              <a:ext uri="{FF2B5EF4-FFF2-40B4-BE49-F238E27FC236}">
                <a16:creationId xmlns:a16="http://schemas.microsoft.com/office/drawing/2014/main" id="{23AB3FA8-4599-46DB-9C0B-749220AC2384}"/>
              </a:ext>
            </a:extLst>
          </p:cNvPr>
          <p:cNvSpPr>
            <a:spLocks noGrp="1"/>
          </p:cNvSpPr>
          <p:nvPr>
            <p:ph type="ftr" sz="quarter" idx="12"/>
          </p:nvPr>
        </p:nvSpPr>
        <p:spPr>
          <a:xfrm>
            <a:off x="8298180" y="6294120"/>
            <a:ext cx="1462788" cy="182880"/>
          </a:xfrm>
        </p:spPr>
        <p:txBody>
          <a:bodyPr rtlCol="0"/>
          <a:lstStyle/>
          <a:p>
            <a:pPr rtl="0"/>
            <a:r>
              <a:rPr lang="es-ES" sz="1100" dirty="0"/>
              <a:t>    </a:t>
            </a:r>
            <a:endParaRPr lang="es-ES" sz="1100" dirty="0">
              <a:solidFill>
                <a:schemeClr val="bg1"/>
              </a:solidFill>
            </a:endParaRPr>
          </a:p>
        </p:txBody>
      </p:sp>
      <p:sp>
        <p:nvSpPr>
          <p:cNvPr id="6" name="Marcador de número de diapositiva 5">
            <a:extLst>
              <a:ext uri="{FF2B5EF4-FFF2-40B4-BE49-F238E27FC236}">
                <a16:creationId xmlns:a16="http://schemas.microsoft.com/office/drawing/2014/main" id="{6841C65C-0714-4BCD-8550-1DD2C44FAD8F}"/>
              </a:ext>
            </a:extLst>
          </p:cNvPr>
          <p:cNvSpPr>
            <a:spLocks noGrp="1"/>
          </p:cNvSpPr>
          <p:nvPr>
            <p:ph type="sldNum" sz="quarter" idx="13"/>
          </p:nvPr>
        </p:nvSpPr>
        <p:spPr>
          <a:xfrm>
            <a:off x="11493500" y="6292334"/>
            <a:ext cx="412750" cy="182880"/>
          </a:xfrm>
        </p:spPr>
        <p:txBody>
          <a:bodyPr rtlCol="0"/>
          <a:lstStyle/>
          <a:p>
            <a:pPr rtl="0"/>
            <a:fld id="{7782931A-7D25-4B4B-9464-57AE418934A3}" type="slidenum">
              <a:rPr lang="es-ES" sz="1100" smtClean="0"/>
              <a:pPr rtl="0"/>
              <a:t>2</a:t>
            </a:fld>
            <a:endParaRPr lang="es-ES" sz="1100"/>
          </a:p>
        </p:txBody>
      </p:sp>
    </p:spTree>
    <p:extLst>
      <p:ext uri="{BB962C8B-B14F-4D97-AF65-F5344CB8AC3E}">
        <p14:creationId xmlns:p14="http://schemas.microsoft.com/office/powerpoint/2010/main" val="7385775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38457-6C6F-76F3-F1A7-C40967172203}"/>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F2833EF5-45B8-EB07-2394-6AF5F9134B7C}"/>
              </a:ext>
            </a:extLst>
          </p:cNvPr>
          <p:cNvSpPr>
            <a:spLocks noGrp="1"/>
          </p:cNvSpPr>
          <p:nvPr>
            <p:ph type="title"/>
          </p:nvPr>
        </p:nvSpPr>
        <p:spPr/>
        <p:txBody>
          <a:bodyPr rtlCol="0"/>
          <a:lstStyle/>
          <a:p>
            <a:pPr rtl="0"/>
            <a:r>
              <a:rPr lang="es-ES" dirty="0">
                <a:latin typeface="Amasis MT Pro Medium" panose="02040604050005020304" pitchFamily="18" charset="0"/>
              </a:rPr>
              <a:t>Base de datos</a:t>
            </a:r>
          </a:p>
        </p:txBody>
      </p:sp>
      <p:sp>
        <p:nvSpPr>
          <p:cNvPr id="2" name="Marcador de texto 1">
            <a:extLst>
              <a:ext uri="{FF2B5EF4-FFF2-40B4-BE49-F238E27FC236}">
                <a16:creationId xmlns:a16="http://schemas.microsoft.com/office/drawing/2014/main" id="{A88275AC-6707-CD8A-F40A-8CF55737F45F}"/>
              </a:ext>
            </a:extLst>
          </p:cNvPr>
          <p:cNvSpPr>
            <a:spLocks noGrp="1"/>
          </p:cNvSpPr>
          <p:nvPr>
            <p:ph type="body" sz="quarter" idx="10"/>
          </p:nvPr>
        </p:nvSpPr>
        <p:spPr/>
        <p:txBody>
          <a:bodyPr rtlCol="0"/>
          <a:lstStyle/>
          <a:p>
            <a:pPr marL="457200" indent="-457200">
              <a:lnSpc>
                <a:spcPct val="110000"/>
              </a:lnSpc>
              <a:buFont typeface="Arial" panose="020B0604020202020204" pitchFamily="34" charset="0"/>
              <a:buChar char="•"/>
            </a:pPr>
            <a:r>
              <a:rPr lang="es-AR" sz="1800" b="1" dirty="0"/>
              <a:t>Fuente:</a:t>
            </a:r>
            <a:r>
              <a:rPr lang="es-AR" sz="1800" dirty="0"/>
              <a:t> World </a:t>
            </a:r>
            <a:r>
              <a:rPr lang="es-AR" sz="1800" dirty="0" err="1"/>
              <a:t>Development</a:t>
            </a:r>
            <a:r>
              <a:rPr lang="es-AR" sz="1800" dirty="0"/>
              <a:t> </a:t>
            </a:r>
            <a:r>
              <a:rPr lang="es-AR" sz="1800" dirty="0" err="1"/>
              <a:t>Indicators</a:t>
            </a:r>
            <a:r>
              <a:rPr lang="es-AR" sz="1800" dirty="0"/>
              <a:t> (WDI) </a:t>
            </a:r>
          </a:p>
          <a:p>
            <a:pPr marL="457200" indent="-457200">
              <a:lnSpc>
                <a:spcPct val="110000"/>
              </a:lnSpc>
              <a:buFont typeface="Arial" panose="020B0604020202020204" pitchFamily="34" charset="0"/>
              <a:buChar char="•"/>
            </a:pPr>
            <a:r>
              <a:rPr lang="es-AR" sz="1800" b="1" dirty="0"/>
              <a:t>Unidad de observación:</a:t>
            </a:r>
            <a:r>
              <a:rPr lang="es-AR" sz="1800" dirty="0"/>
              <a:t> País-años</a:t>
            </a:r>
          </a:p>
          <a:p>
            <a:pPr marL="457200" indent="-457200">
              <a:lnSpc>
                <a:spcPct val="110000"/>
              </a:lnSpc>
              <a:buFont typeface="Arial" panose="020B0604020202020204" pitchFamily="34" charset="0"/>
              <a:buChar char="•"/>
            </a:pPr>
            <a:r>
              <a:rPr lang="es-AR" sz="1800" b="1" dirty="0"/>
              <a:t>Muestra:</a:t>
            </a:r>
            <a:r>
              <a:rPr lang="es-AR" sz="1800" dirty="0"/>
              <a:t> 12 países de Europa, América Latina, África y Asia/Medio Oriente</a:t>
            </a:r>
          </a:p>
          <a:p>
            <a:pPr marL="457200" indent="-457200">
              <a:lnSpc>
                <a:spcPct val="110000"/>
              </a:lnSpc>
              <a:buFont typeface="Arial" panose="020B0604020202020204" pitchFamily="34" charset="0"/>
              <a:buChar char="•"/>
            </a:pPr>
            <a:r>
              <a:rPr lang="es-AR" sz="1800" b="1" dirty="0"/>
              <a:t>Período:</a:t>
            </a:r>
            <a:r>
              <a:rPr lang="es-AR" sz="1800" dirty="0"/>
              <a:t> 2005-2015-2022</a:t>
            </a:r>
          </a:p>
          <a:p>
            <a:pPr marL="457200" indent="-457200">
              <a:lnSpc>
                <a:spcPct val="110000"/>
              </a:lnSpc>
              <a:buFont typeface="Arial" panose="020B0604020202020204" pitchFamily="34" charset="0"/>
              <a:buChar char="•"/>
            </a:pPr>
            <a:r>
              <a:rPr lang="es-AR" sz="1800" b="1" dirty="0"/>
              <a:t>Variables principales:</a:t>
            </a:r>
            <a:r>
              <a:rPr lang="es-AR" sz="1800" dirty="0"/>
              <a:t> PIB per cápita, Índice de Gini, educación e industria (% del PIB)</a:t>
            </a:r>
          </a:p>
          <a:p>
            <a:pPr marL="457200" indent="-457200">
              <a:lnSpc>
                <a:spcPct val="110000"/>
              </a:lnSpc>
              <a:buFont typeface="Arial" panose="020B0604020202020204" pitchFamily="34" charset="0"/>
              <a:buChar char="•"/>
            </a:pPr>
            <a:r>
              <a:rPr lang="es-AR" sz="1800" b="1" dirty="0"/>
              <a:t>Limitaciones: </a:t>
            </a:r>
            <a:r>
              <a:rPr lang="es-AR" sz="1800" dirty="0"/>
              <a:t>muestra reducida, datos agregados a nivel país, no incluye variables institucionales o políticas</a:t>
            </a:r>
          </a:p>
          <a:p>
            <a:pPr marL="457200" indent="-457200">
              <a:lnSpc>
                <a:spcPct val="110000"/>
              </a:lnSpc>
              <a:buFont typeface="Arial" panose="020B0604020202020204" pitchFamily="34" charset="0"/>
              <a:buChar char="•"/>
            </a:pPr>
            <a:endParaRPr lang="es-ES" sz="2000" dirty="0">
              <a:cs typeface="Calibri"/>
            </a:endParaRPr>
          </a:p>
        </p:txBody>
      </p:sp>
      <p:sp>
        <p:nvSpPr>
          <p:cNvPr id="4" name="Marcador de fecha 3">
            <a:extLst>
              <a:ext uri="{FF2B5EF4-FFF2-40B4-BE49-F238E27FC236}">
                <a16:creationId xmlns:a16="http://schemas.microsoft.com/office/drawing/2014/main" id="{82FE59A8-10B1-5DDC-F81B-49040B31D4F4}"/>
              </a:ext>
            </a:extLst>
          </p:cNvPr>
          <p:cNvSpPr>
            <a:spLocks noGrp="1"/>
          </p:cNvSpPr>
          <p:nvPr>
            <p:ph type="dt" sz="half" idx="11"/>
          </p:nvPr>
        </p:nvSpPr>
        <p:spPr>
          <a:xfrm>
            <a:off x="9830818" y="6292334"/>
            <a:ext cx="1522982" cy="182880"/>
          </a:xfrm>
        </p:spPr>
        <p:txBody>
          <a:bodyPr rtlCol="0"/>
          <a:lstStyle/>
          <a:p>
            <a:pPr rtl="0"/>
            <a:r>
              <a:rPr lang="es-ES" sz="1100" dirty="0"/>
              <a:t>   </a:t>
            </a:r>
          </a:p>
        </p:txBody>
      </p:sp>
      <p:sp>
        <p:nvSpPr>
          <p:cNvPr id="6" name="Marcador de número de diapositiva 5">
            <a:extLst>
              <a:ext uri="{FF2B5EF4-FFF2-40B4-BE49-F238E27FC236}">
                <a16:creationId xmlns:a16="http://schemas.microsoft.com/office/drawing/2014/main" id="{94812840-BE81-2506-1746-6EF968ABF7B4}"/>
              </a:ext>
            </a:extLst>
          </p:cNvPr>
          <p:cNvSpPr>
            <a:spLocks noGrp="1"/>
          </p:cNvSpPr>
          <p:nvPr>
            <p:ph type="sldNum" sz="quarter" idx="13"/>
          </p:nvPr>
        </p:nvSpPr>
        <p:spPr>
          <a:xfrm>
            <a:off x="11493500" y="6292334"/>
            <a:ext cx="412750" cy="182880"/>
          </a:xfrm>
        </p:spPr>
        <p:txBody>
          <a:bodyPr rtlCol="0"/>
          <a:lstStyle/>
          <a:p>
            <a:pPr rtl="0"/>
            <a:fld id="{7782931A-7D25-4B4B-9464-57AE418934A3}" type="slidenum">
              <a:rPr lang="es-ES" sz="1100" smtClean="0"/>
              <a:pPr rtl="0"/>
              <a:t>3</a:t>
            </a:fld>
            <a:endParaRPr lang="es-ES" sz="1100"/>
          </a:p>
        </p:txBody>
      </p:sp>
    </p:spTree>
    <p:extLst>
      <p:ext uri="{BB962C8B-B14F-4D97-AF65-F5344CB8AC3E}">
        <p14:creationId xmlns:p14="http://schemas.microsoft.com/office/powerpoint/2010/main" val="3378075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7F0AB-49D2-792E-F656-BCB4AE2C7AB6}"/>
            </a:ext>
          </a:extLst>
        </p:cNvPr>
        <p:cNvGrpSpPr/>
        <p:nvPr/>
      </p:nvGrpSpPr>
      <p:grpSpPr>
        <a:xfrm>
          <a:off x="0" y="0"/>
          <a:ext cx="0" cy="0"/>
          <a:chOff x="0" y="0"/>
          <a:chExt cx="0" cy="0"/>
        </a:xfrm>
      </p:grpSpPr>
      <p:graphicFrame>
        <p:nvGraphicFramePr>
          <p:cNvPr id="5" name="Marcador de tabla 4">
            <a:extLst>
              <a:ext uri="{FF2B5EF4-FFF2-40B4-BE49-F238E27FC236}">
                <a16:creationId xmlns:a16="http://schemas.microsoft.com/office/drawing/2014/main" id="{488730D1-7F8D-A525-E6CF-DC76560EEE05}"/>
              </a:ext>
            </a:extLst>
          </p:cNvPr>
          <p:cNvGraphicFramePr>
            <a:graphicFrameLocks noGrp="1"/>
          </p:cNvGraphicFramePr>
          <p:nvPr>
            <p:ph type="tbl" sz="quarter" idx="10"/>
            <p:extLst>
              <p:ext uri="{D42A27DB-BD31-4B8C-83A1-F6EECF244321}">
                <p14:modId xmlns:p14="http://schemas.microsoft.com/office/powerpoint/2010/main" val="4283245817"/>
              </p:ext>
            </p:extLst>
          </p:nvPr>
        </p:nvGraphicFramePr>
        <p:xfrm>
          <a:off x="1028700" y="2422525"/>
          <a:ext cx="9067800" cy="2237965"/>
        </p:xfrm>
        <a:graphic>
          <a:graphicData uri="http://schemas.openxmlformats.org/drawingml/2006/table">
            <a:tbl>
              <a:tblPr firstRow="1" bandRow="1">
                <a:tableStyleId>{5C22544A-7EE6-4342-B048-85BDC9FD1C3A}</a:tableStyleId>
              </a:tblPr>
              <a:tblGrid>
                <a:gridCol w="3022600">
                  <a:extLst>
                    <a:ext uri="{9D8B030D-6E8A-4147-A177-3AD203B41FA5}">
                      <a16:colId xmlns:a16="http://schemas.microsoft.com/office/drawing/2014/main" val="227769451"/>
                    </a:ext>
                  </a:extLst>
                </a:gridCol>
                <a:gridCol w="3022600">
                  <a:extLst>
                    <a:ext uri="{9D8B030D-6E8A-4147-A177-3AD203B41FA5}">
                      <a16:colId xmlns:a16="http://schemas.microsoft.com/office/drawing/2014/main" val="535311705"/>
                    </a:ext>
                  </a:extLst>
                </a:gridCol>
                <a:gridCol w="3022600">
                  <a:extLst>
                    <a:ext uri="{9D8B030D-6E8A-4147-A177-3AD203B41FA5}">
                      <a16:colId xmlns:a16="http://schemas.microsoft.com/office/drawing/2014/main" val="420678706"/>
                    </a:ext>
                  </a:extLst>
                </a:gridCol>
              </a:tblGrid>
              <a:tr h="370840">
                <a:tc>
                  <a:txBody>
                    <a:bodyPr/>
                    <a:lstStyle/>
                    <a:p>
                      <a:pPr>
                        <a:buNone/>
                      </a:pPr>
                      <a:r>
                        <a:rPr lang="es-AR" dirty="0">
                          <a:solidFill>
                            <a:sysClr val="windowText" lastClr="000000"/>
                          </a:solidFill>
                        </a:rPr>
                        <a:t>Variable</a:t>
                      </a:r>
                    </a:p>
                  </a:txBody>
                  <a:tcPr anchor="ctr">
                    <a:solidFill>
                      <a:schemeClr val="accent6">
                        <a:lumMod val="40000"/>
                        <a:lumOff val="60000"/>
                      </a:schemeClr>
                    </a:solidFill>
                  </a:tcPr>
                </a:tc>
                <a:tc>
                  <a:txBody>
                    <a:bodyPr/>
                    <a:lstStyle/>
                    <a:p>
                      <a:pPr>
                        <a:buNone/>
                      </a:pPr>
                      <a:r>
                        <a:rPr lang="es-AR" dirty="0">
                          <a:solidFill>
                            <a:sysClr val="windowText" lastClr="000000"/>
                          </a:solidFill>
                        </a:rPr>
                        <a:t>Tipo</a:t>
                      </a:r>
                    </a:p>
                  </a:txBody>
                  <a:tcPr anchor="ctr">
                    <a:solidFill>
                      <a:schemeClr val="accent6">
                        <a:lumMod val="40000"/>
                        <a:lumOff val="60000"/>
                      </a:schemeClr>
                    </a:solidFill>
                  </a:tcPr>
                </a:tc>
                <a:tc>
                  <a:txBody>
                    <a:bodyPr/>
                    <a:lstStyle/>
                    <a:p>
                      <a:pPr>
                        <a:buNone/>
                      </a:pPr>
                      <a:r>
                        <a:rPr lang="es-AR" dirty="0">
                          <a:solidFill>
                            <a:sysClr val="windowText" lastClr="000000"/>
                          </a:solidFill>
                        </a:rPr>
                        <a:t>Función</a:t>
                      </a:r>
                    </a:p>
                  </a:txBody>
                  <a:tcPr anchor="ctr">
                    <a:solidFill>
                      <a:schemeClr val="accent6">
                        <a:lumMod val="40000"/>
                        <a:lumOff val="60000"/>
                      </a:schemeClr>
                    </a:solidFill>
                  </a:tcPr>
                </a:tc>
                <a:extLst>
                  <a:ext uri="{0D108BD9-81ED-4DB2-BD59-A6C34878D82A}">
                    <a16:rowId xmlns:a16="http://schemas.microsoft.com/office/drawing/2014/main" val="1931176773"/>
                  </a:ext>
                </a:extLst>
              </a:tr>
              <a:tr h="370840">
                <a:tc>
                  <a:txBody>
                    <a:bodyPr/>
                    <a:lstStyle/>
                    <a:p>
                      <a:pPr>
                        <a:buNone/>
                      </a:pPr>
                      <a:r>
                        <a:rPr lang="es-AR"/>
                        <a:t>PIB per cápita</a:t>
                      </a:r>
                    </a:p>
                  </a:txBody>
                  <a:tcPr anchor="ctr">
                    <a:solidFill>
                      <a:schemeClr val="accent6"/>
                    </a:solidFill>
                  </a:tcPr>
                </a:tc>
                <a:tc>
                  <a:txBody>
                    <a:bodyPr/>
                    <a:lstStyle/>
                    <a:p>
                      <a:pPr>
                        <a:buNone/>
                      </a:pPr>
                      <a:r>
                        <a:rPr lang="es-AR"/>
                        <a:t>Numérica</a:t>
                      </a:r>
                    </a:p>
                  </a:txBody>
                  <a:tcPr anchor="ctr">
                    <a:solidFill>
                      <a:schemeClr val="accent6"/>
                    </a:solidFill>
                  </a:tcPr>
                </a:tc>
                <a:tc>
                  <a:txBody>
                    <a:bodyPr/>
                    <a:lstStyle/>
                    <a:p>
                      <a:pPr>
                        <a:buNone/>
                      </a:pPr>
                      <a:r>
                        <a:rPr lang="es-AR"/>
                        <a:t>Dependiente</a:t>
                      </a:r>
                    </a:p>
                  </a:txBody>
                  <a:tcPr anchor="ctr">
                    <a:solidFill>
                      <a:schemeClr val="accent6"/>
                    </a:solidFill>
                  </a:tcPr>
                </a:tc>
                <a:extLst>
                  <a:ext uri="{0D108BD9-81ED-4DB2-BD59-A6C34878D82A}">
                    <a16:rowId xmlns:a16="http://schemas.microsoft.com/office/drawing/2014/main" val="852075522"/>
                  </a:ext>
                </a:extLst>
              </a:tr>
              <a:tr h="370840">
                <a:tc>
                  <a:txBody>
                    <a:bodyPr/>
                    <a:lstStyle/>
                    <a:p>
                      <a:pPr>
                        <a:buNone/>
                      </a:pPr>
                      <a:r>
                        <a:rPr lang="es-AR"/>
                        <a:t>Índice de Gini</a:t>
                      </a:r>
                    </a:p>
                  </a:txBody>
                  <a:tcPr anchor="ctr">
                    <a:solidFill>
                      <a:schemeClr val="accent6"/>
                    </a:solidFill>
                  </a:tcPr>
                </a:tc>
                <a:tc>
                  <a:txBody>
                    <a:bodyPr/>
                    <a:lstStyle/>
                    <a:p>
                      <a:pPr>
                        <a:buNone/>
                      </a:pPr>
                      <a:r>
                        <a:rPr lang="es-AR"/>
                        <a:t>Numérica</a:t>
                      </a:r>
                    </a:p>
                  </a:txBody>
                  <a:tcPr anchor="ctr">
                    <a:solidFill>
                      <a:schemeClr val="accent6"/>
                    </a:solidFill>
                  </a:tcPr>
                </a:tc>
                <a:tc>
                  <a:txBody>
                    <a:bodyPr/>
                    <a:lstStyle/>
                    <a:p>
                      <a:pPr>
                        <a:buNone/>
                      </a:pPr>
                      <a:r>
                        <a:rPr lang="es-AR"/>
                        <a:t>Explicativa</a:t>
                      </a:r>
                    </a:p>
                  </a:txBody>
                  <a:tcPr anchor="ctr">
                    <a:solidFill>
                      <a:schemeClr val="accent6"/>
                    </a:solidFill>
                  </a:tcPr>
                </a:tc>
                <a:extLst>
                  <a:ext uri="{0D108BD9-81ED-4DB2-BD59-A6C34878D82A}">
                    <a16:rowId xmlns:a16="http://schemas.microsoft.com/office/drawing/2014/main" val="1156355526"/>
                  </a:ext>
                </a:extLst>
              </a:tr>
              <a:tr h="370840">
                <a:tc>
                  <a:txBody>
                    <a:bodyPr/>
                    <a:lstStyle/>
                    <a:p>
                      <a:pPr>
                        <a:buNone/>
                      </a:pPr>
                      <a:r>
                        <a:rPr lang="es-AR"/>
                        <a:t>Educación</a:t>
                      </a:r>
                    </a:p>
                  </a:txBody>
                  <a:tcPr anchor="ctr">
                    <a:solidFill>
                      <a:schemeClr val="accent6"/>
                    </a:solidFill>
                  </a:tcPr>
                </a:tc>
                <a:tc>
                  <a:txBody>
                    <a:bodyPr/>
                    <a:lstStyle/>
                    <a:p>
                      <a:pPr>
                        <a:buNone/>
                      </a:pPr>
                      <a:r>
                        <a:rPr lang="es-AR"/>
                        <a:t>Numérica</a:t>
                      </a:r>
                    </a:p>
                  </a:txBody>
                  <a:tcPr anchor="ctr">
                    <a:solidFill>
                      <a:schemeClr val="accent6"/>
                    </a:solidFill>
                  </a:tcPr>
                </a:tc>
                <a:tc>
                  <a:txBody>
                    <a:bodyPr/>
                    <a:lstStyle/>
                    <a:p>
                      <a:pPr>
                        <a:buNone/>
                      </a:pPr>
                      <a:r>
                        <a:rPr lang="es-AR"/>
                        <a:t>Explicativa</a:t>
                      </a:r>
                    </a:p>
                  </a:txBody>
                  <a:tcPr anchor="ctr">
                    <a:solidFill>
                      <a:schemeClr val="accent6"/>
                    </a:solidFill>
                  </a:tcPr>
                </a:tc>
                <a:extLst>
                  <a:ext uri="{0D108BD9-81ED-4DB2-BD59-A6C34878D82A}">
                    <a16:rowId xmlns:a16="http://schemas.microsoft.com/office/drawing/2014/main" val="2498306436"/>
                  </a:ext>
                </a:extLst>
              </a:tr>
              <a:tr h="370840">
                <a:tc>
                  <a:txBody>
                    <a:bodyPr/>
                    <a:lstStyle/>
                    <a:p>
                      <a:pPr>
                        <a:buNone/>
                      </a:pPr>
                      <a:r>
                        <a:rPr lang="es-AR"/>
                        <a:t>Industria (% PIB)</a:t>
                      </a:r>
                    </a:p>
                  </a:txBody>
                  <a:tcPr anchor="ctr">
                    <a:solidFill>
                      <a:schemeClr val="accent6"/>
                    </a:solidFill>
                  </a:tcPr>
                </a:tc>
                <a:tc>
                  <a:txBody>
                    <a:bodyPr/>
                    <a:lstStyle/>
                    <a:p>
                      <a:pPr>
                        <a:buNone/>
                      </a:pPr>
                      <a:r>
                        <a:rPr lang="es-AR"/>
                        <a:t>Numérica</a:t>
                      </a:r>
                    </a:p>
                  </a:txBody>
                  <a:tcPr anchor="ctr">
                    <a:solidFill>
                      <a:schemeClr val="accent6"/>
                    </a:solidFill>
                  </a:tcPr>
                </a:tc>
                <a:tc>
                  <a:txBody>
                    <a:bodyPr/>
                    <a:lstStyle/>
                    <a:p>
                      <a:pPr>
                        <a:buNone/>
                      </a:pPr>
                      <a:r>
                        <a:rPr lang="es-AR"/>
                        <a:t>Explicativa</a:t>
                      </a:r>
                    </a:p>
                  </a:txBody>
                  <a:tcPr anchor="ctr">
                    <a:solidFill>
                      <a:schemeClr val="accent6"/>
                    </a:solidFill>
                  </a:tcPr>
                </a:tc>
                <a:extLst>
                  <a:ext uri="{0D108BD9-81ED-4DB2-BD59-A6C34878D82A}">
                    <a16:rowId xmlns:a16="http://schemas.microsoft.com/office/drawing/2014/main" val="2394967393"/>
                  </a:ext>
                </a:extLst>
              </a:tr>
              <a:tr h="383765">
                <a:tc>
                  <a:txBody>
                    <a:bodyPr/>
                    <a:lstStyle/>
                    <a:p>
                      <a:pPr>
                        <a:buNone/>
                      </a:pPr>
                      <a:r>
                        <a:rPr lang="es-AR"/>
                        <a:t>Región</a:t>
                      </a:r>
                    </a:p>
                  </a:txBody>
                  <a:tcPr anchor="ctr">
                    <a:solidFill>
                      <a:schemeClr val="accent6"/>
                    </a:solidFill>
                  </a:tcPr>
                </a:tc>
                <a:tc>
                  <a:txBody>
                    <a:bodyPr/>
                    <a:lstStyle/>
                    <a:p>
                      <a:pPr>
                        <a:buNone/>
                      </a:pPr>
                      <a:r>
                        <a:rPr lang="es-AR"/>
                        <a:t>Categórica</a:t>
                      </a:r>
                    </a:p>
                  </a:txBody>
                  <a:tcPr anchor="ctr">
                    <a:solidFill>
                      <a:schemeClr val="accent6"/>
                    </a:solidFill>
                  </a:tcPr>
                </a:tc>
                <a:tc>
                  <a:txBody>
                    <a:bodyPr/>
                    <a:lstStyle/>
                    <a:p>
                      <a:pPr>
                        <a:buNone/>
                      </a:pPr>
                      <a:r>
                        <a:rPr lang="es-AR" dirty="0"/>
                        <a:t>Comparación</a:t>
                      </a:r>
                    </a:p>
                  </a:txBody>
                  <a:tcPr anchor="ctr">
                    <a:solidFill>
                      <a:schemeClr val="accent6"/>
                    </a:solidFill>
                  </a:tcPr>
                </a:tc>
                <a:extLst>
                  <a:ext uri="{0D108BD9-81ED-4DB2-BD59-A6C34878D82A}">
                    <a16:rowId xmlns:a16="http://schemas.microsoft.com/office/drawing/2014/main" val="2391773516"/>
                  </a:ext>
                </a:extLst>
              </a:tr>
            </a:tbl>
          </a:graphicData>
        </a:graphic>
      </p:graphicFrame>
      <p:sp>
        <p:nvSpPr>
          <p:cNvPr id="9" name="Título 8">
            <a:extLst>
              <a:ext uri="{FF2B5EF4-FFF2-40B4-BE49-F238E27FC236}">
                <a16:creationId xmlns:a16="http://schemas.microsoft.com/office/drawing/2014/main" id="{22A829AC-D202-74E6-5B29-68FF1AE3F111}"/>
              </a:ext>
            </a:extLst>
          </p:cNvPr>
          <p:cNvSpPr>
            <a:spLocks noGrp="1"/>
          </p:cNvSpPr>
          <p:nvPr>
            <p:ph type="title"/>
          </p:nvPr>
        </p:nvSpPr>
        <p:spPr/>
        <p:txBody>
          <a:bodyPr rtlCol="0"/>
          <a:lstStyle/>
          <a:p>
            <a:br>
              <a:rPr lang="es-AR" sz="4400" dirty="0"/>
            </a:br>
            <a:endParaRPr lang="es-ES" sz="4400" dirty="0"/>
          </a:p>
        </p:txBody>
      </p:sp>
      <p:sp>
        <p:nvSpPr>
          <p:cNvPr id="8" name="Título 8">
            <a:extLst>
              <a:ext uri="{FF2B5EF4-FFF2-40B4-BE49-F238E27FC236}">
                <a16:creationId xmlns:a16="http://schemas.microsoft.com/office/drawing/2014/main" id="{0F073418-9267-33CF-1934-2A345859F2BB}"/>
              </a:ext>
            </a:extLst>
          </p:cNvPr>
          <p:cNvSpPr txBox="1">
            <a:spLocks/>
          </p:cNvSpPr>
          <p:nvPr/>
        </p:nvSpPr>
        <p:spPr>
          <a:xfrm>
            <a:off x="1181100" y="1151468"/>
            <a:ext cx="10096500" cy="645284"/>
          </a:xfrm>
          <a:prstGeom prst="rect">
            <a:avLst/>
          </a:prstGeom>
        </p:spPr>
        <p:txBody>
          <a:bodyPr lIns="0" tIns="0" rIns="0" bIns="0" rtlCol="0" anchor="b"/>
          <a:lst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br>
              <a:rPr lang="es-AR"/>
            </a:br>
            <a:endParaRPr lang="es-ES" dirty="0"/>
          </a:p>
        </p:txBody>
      </p:sp>
      <p:sp>
        <p:nvSpPr>
          <p:cNvPr id="11" name="CuadroTexto 10">
            <a:extLst>
              <a:ext uri="{FF2B5EF4-FFF2-40B4-BE49-F238E27FC236}">
                <a16:creationId xmlns:a16="http://schemas.microsoft.com/office/drawing/2014/main" id="{F87A2CCE-B712-FB2F-51D1-CD6BD286DDCB}"/>
              </a:ext>
            </a:extLst>
          </p:cNvPr>
          <p:cNvSpPr txBox="1"/>
          <p:nvPr/>
        </p:nvSpPr>
        <p:spPr>
          <a:xfrm>
            <a:off x="1066800" y="952378"/>
            <a:ext cx="8538087" cy="707886"/>
          </a:xfrm>
          <a:prstGeom prst="rect">
            <a:avLst/>
          </a:prstGeom>
          <a:noFill/>
        </p:spPr>
        <p:txBody>
          <a:bodyPr wrap="square" rtlCol="0">
            <a:spAutoFit/>
          </a:bodyPr>
          <a:lstStyle/>
          <a:p>
            <a:r>
              <a:rPr lang="es-AR" sz="4000" b="1" dirty="0">
                <a:solidFill>
                  <a:schemeClr val="bg1"/>
                </a:solidFill>
                <a:latin typeface="Amasis MT Pro Medium" panose="02040604050005020304" pitchFamily="18" charset="0"/>
              </a:rPr>
              <a:t>Variables utilizadas</a:t>
            </a:r>
          </a:p>
        </p:txBody>
      </p:sp>
      <p:sp>
        <p:nvSpPr>
          <p:cNvPr id="12" name="CuadroTexto 11">
            <a:extLst>
              <a:ext uri="{FF2B5EF4-FFF2-40B4-BE49-F238E27FC236}">
                <a16:creationId xmlns:a16="http://schemas.microsoft.com/office/drawing/2014/main" id="{B38B7EAE-5A7B-6E4D-5B32-9AAB4E156D99}"/>
              </a:ext>
            </a:extLst>
          </p:cNvPr>
          <p:cNvSpPr txBox="1"/>
          <p:nvPr/>
        </p:nvSpPr>
        <p:spPr>
          <a:xfrm>
            <a:off x="1066800" y="5053781"/>
            <a:ext cx="9067800" cy="646331"/>
          </a:xfrm>
          <a:prstGeom prst="rect">
            <a:avLst/>
          </a:prstGeom>
          <a:noFill/>
        </p:spPr>
        <p:txBody>
          <a:bodyPr wrap="square" rtlCol="0">
            <a:spAutoFit/>
          </a:bodyPr>
          <a:lstStyle/>
          <a:p>
            <a:pPr algn="ctr"/>
            <a:r>
              <a:rPr lang="es-AR" dirty="0">
                <a:solidFill>
                  <a:schemeClr val="bg1"/>
                </a:solidFill>
              </a:rPr>
              <a:t>School </a:t>
            </a:r>
            <a:r>
              <a:rPr lang="es-AR" dirty="0" err="1">
                <a:solidFill>
                  <a:schemeClr val="bg1"/>
                </a:solidFill>
              </a:rPr>
              <a:t>enrollment</a:t>
            </a:r>
            <a:r>
              <a:rPr lang="es-AR" dirty="0">
                <a:solidFill>
                  <a:schemeClr val="bg1"/>
                </a:solidFill>
              </a:rPr>
              <a:t> / </a:t>
            </a:r>
            <a:r>
              <a:rPr lang="es-AR" dirty="0" err="1">
                <a:solidFill>
                  <a:schemeClr val="bg1"/>
                </a:solidFill>
              </a:rPr>
              <a:t>Secondary</a:t>
            </a:r>
            <a:r>
              <a:rPr lang="es-AR" dirty="0">
                <a:solidFill>
                  <a:schemeClr val="bg1"/>
                </a:solidFill>
              </a:rPr>
              <a:t> </a:t>
            </a:r>
            <a:r>
              <a:rPr lang="es-AR" dirty="0" err="1">
                <a:solidFill>
                  <a:schemeClr val="bg1"/>
                </a:solidFill>
              </a:rPr>
              <a:t>school</a:t>
            </a:r>
            <a:r>
              <a:rPr lang="es-AR" dirty="0">
                <a:solidFill>
                  <a:schemeClr val="bg1"/>
                </a:solidFill>
              </a:rPr>
              <a:t> </a:t>
            </a:r>
            <a:r>
              <a:rPr lang="es-AR" dirty="0" err="1">
                <a:solidFill>
                  <a:schemeClr val="bg1"/>
                </a:solidFill>
              </a:rPr>
              <a:t>enrollment</a:t>
            </a:r>
            <a:r>
              <a:rPr lang="es-AR" dirty="0">
                <a:solidFill>
                  <a:schemeClr val="bg1"/>
                </a:solidFill>
              </a:rPr>
              <a:t> / </a:t>
            </a:r>
            <a:r>
              <a:rPr lang="es-AR" dirty="0" err="1">
                <a:solidFill>
                  <a:schemeClr val="bg1"/>
                </a:solidFill>
              </a:rPr>
              <a:t>Expected</a:t>
            </a:r>
            <a:r>
              <a:rPr lang="es-AR" dirty="0">
                <a:solidFill>
                  <a:schemeClr val="bg1"/>
                </a:solidFill>
              </a:rPr>
              <a:t> </a:t>
            </a:r>
            <a:r>
              <a:rPr lang="es-AR" dirty="0" err="1">
                <a:solidFill>
                  <a:schemeClr val="bg1"/>
                </a:solidFill>
              </a:rPr>
              <a:t>years</a:t>
            </a:r>
            <a:r>
              <a:rPr lang="es-AR" dirty="0">
                <a:solidFill>
                  <a:schemeClr val="bg1"/>
                </a:solidFill>
              </a:rPr>
              <a:t> </a:t>
            </a:r>
            <a:r>
              <a:rPr lang="es-AR" dirty="0" err="1">
                <a:solidFill>
                  <a:schemeClr val="bg1"/>
                </a:solidFill>
              </a:rPr>
              <a:t>of</a:t>
            </a:r>
            <a:r>
              <a:rPr lang="es-AR" dirty="0">
                <a:solidFill>
                  <a:schemeClr val="bg1"/>
                </a:solidFill>
              </a:rPr>
              <a:t> </a:t>
            </a:r>
            <a:r>
              <a:rPr lang="es-AR" dirty="0" err="1">
                <a:solidFill>
                  <a:schemeClr val="bg1"/>
                </a:solidFill>
              </a:rPr>
              <a:t>schoolment</a:t>
            </a:r>
            <a:r>
              <a:rPr lang="es-AR" dirty="0">
                <a:solidFill>
                  <a:schemeClr val="bg1"/>
                </a:solidFill>
              </a:rPr>
              <a:t> / Gini/ </a:t>
            </a:r>
            <a:r>
              <a:rPr lang="es-AR" dirty="0" err="1">
                <a:solidFill>
                  <a:schemeClr val="bg1"/>
                </a:solidFill>
              </a:rPr>
              <a:t>industry</a:t>
            </a:r>
            <a:r>
              <a:rPr lang="es-AR" dirty="0">
                <a:solidFill>
                  <a:schemeClr val="bg1"/>
                </a:solidFill>
              </a:rPr>
              <a:t>/ </a:t>
            </a:r>
            <a:r>
              <a:rPr lang="es-AR" dirty="0" err="1">
                <a:solidFill>
                  <a:schemeClr val="bg1"/>
                </a:solidFill>
              </a:rPr>
              <a:t>manufacturing</a:t>
            </a:r>
            <a:r>
              <a:rPr lang="es-AR" dirty="0">
                <a:solidFill>
                  <a:schemeClr val="bg1"/>
                </a:solidFill>
              </a:rPr>
              <a:t> </a:t>
            </a:r>
          </a:p>
        </p:txBody>
      </p:sp>
    </p:spTree>
    <p:extLst>
      <p:ext uri="{BB962C8B-B14F-4D97-AF65-F5344CB8AC3E}">
        <p14:creationId xmlns:p14="http://schemas.microsoft.com/office/powerpoint/2010/main" val="1566127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Marcador de tabla 6">
            <a:extLst>
              <a:ext uri="{FF2B5EF4-FFF2-40B4-BE49-F238E27FC236}">
                <a16:creationId xmlns:a16="http://schemas.microsoft.com/office/drawing/2014/main" id="{942F91FA-6F72-5354-EA6D-83196C05E8F4}"/>
              </a:ext>
            </a:extLst>
          </p:cNvPr>
          <p:cNvGraphicFramePr>
            <a:graphicFrameLocks noGrp="1"/>
          </p:cNvGraphicFramePr>
          <p:nvPr>
            <p:ph type="tbl" sz="quarter" idx="10"/>
            <p:extLst>
              <p:ext uri="{D42A27DB-BD31-4B8C-83A1-F6EECF244321}">
                <p14:modId xmlns:p14="http://schemas.microsoft.com/office/powerpoint/2010/main" val="1134926242"/>
              </p:ext>
            </p:extLst>
          </p:nvPr>
        </p:nvGraphicFramePr>
        <p:xfrm>
          <a:off x="891048" y="2235712"/>
          <a:ext cx="9609804" cy="3228238"/>
        </p:xfrm>
        <a:graphic>
          <a:graphicData uri="http://schemas.openxmlformats.org/drawingml/2006/table">
            <a:tbl>
              <a:tblPr firstRow="1" bandRow="1">
                <a:tableStyleId>{93296810-A885-4BE3-A3E7-6D5BEEA58F35}</a:tableStyleId>
              </a:tblPr>
              <a:tblGrid>
                <a:gridCol w="1601634">
                  <a:extLst>
                    <a:ext uri="{9D8B030D-6E8A-4147-A177-3AD203B41FA5}">
                      <a16:colId xmlns:a16="http://schemas.microsoft.com/office/drawing/2014/main" val="1968328567"/>
                    </a:ext>
                  </a:extLst>
                </a:gridCol>
                <a:gridCol w="1601634">
                  <a:extLst>
                    <a:ext uri="{9D8B030D-6E8A-4147-A177-3AD203B41FA5}">
                      <a16:colId xmlns:a16="http://schemas.microsoft.com/office/drawing/2014/main" val="4110027642"/>
                    </a:ext>
                  </a:extLst>
                </a:gridCol>
                <a:gridCol w="1601634">
                  <a:extLst>
                    <a:ext uri="{9D8B030D-6E8A-4147-A177-3AD203B41FA5}">
                      <a16:colId xmlns:a16="http://schemas.microsoft.com/office/drawing/2014/main" val="1137880378"/>
                    </a:ext>
                  </a:extLst>
                </a:gridCol>
                <a:gridCol w="1601634">
                  <a:extLst>
                    <a:ext uri="{9D8B030D-6E8A-4147-A177-3AD203B41FA5}">
                      <a16:colId xmlns:a16="http://schemas.microsoft.com/office/drawing/2014/main" val="1462707479"/>
                    </a:ext>
                  </a:extLst>
                </a:gridCol>
                <a:gridCol w="1601634">
                  <a:extLst>
                    <a:ext uri="{9D8B030D-6E8A-4147-A177-3AD203B41FA5}">
                      <a16:colId xmlns:a16="http://schemas.microsoft.com/office/drawing/2014/main" val="1793255317"/>
                    </a:ext>
                  </a:extLst>
                </a:gridCol>
                <a:gridCol w="1601634">
                  <a:extLst>
                    <a:ext uri="{9D8B030D-6E8A-4147-A177-3AD203B41FA5}">
                      <a16:colId xmlns:a16="http://schemas.microsoft.com/office/drawing/2014/main" val="3119645284"/>
                    </a:ext>
                  </a:extLst>
                </a:gridCol>
              </a:tblGrid>
              <a:tr h="370840">
                <a:tc>
                  <a:txBody>
                    <a:bodyPr/>
                    <a:lstStyle/>
                    <a:p>
                      <a:r>
                        <a:rPr lang="es-AR" dirty="0">
                          <a:solidFill>
                            <a:schemeClr val="bg1"/>
                          </a:solidFill>
                        </a:rPr>
                        <a:t>Variable</a:t>
                      </a:r>
                    </a:p>
                  </a:txBody>
                  <a:tcPr/>
                </a:tc>
                <a:tc>
                  <a:txBody>
                    <a:bodyPr/>
                    <a:lstStyle/>
                    <a:p>
                      <a:r>
                        <a:rPr lang="es-AR" dirty="0">
                          <a:solidFill>
                            <a:schemeClr val="bg1"/>
                          </a:solidFill>
                        </a:rPr>
                        <a:t>Media</a:t>
                      </a:r>
                    </a:p>
                  </a:txBody>
                  <a:tcPr/>
                </a:tc>
                <a:tc>
                  <a:txBody>
                    <a:bodyPr/>
                    <a:lstStyle/>
                    <a:p>
                      <a:r>
                        <a:rPr lang="es-AR" dirty="0">
                          <a:solidFill>
                            <a:schemeClr val="bg1"/>
                          </a:solidFill>
                        </a:rPr>
                        <a:t>Mediana</a:t>
                      </a:r>
                    </a:p>
                  </a:txBody>
                  <a:tcPr/>
                </a:tc>
                <a:tc>
                  <a:txBody>
                    <a:bodyPr/>
                    <a:lstStyle/>
                    <a:p>
                      <a:r>
                        <a:rPr lang="es-AR" dirty="0">
                          <a:solidFill>
                            <a:schemeClr val="bg1"/>
                          </a:solidFill>
                        </a:rPr>
                        <a:t>Desvío estándar</a:t>
                      </a:r>
                    </a:p>
                  </a:txBody>
                  <a:tcPr/>
                </a:tc>
                <a:tc>
                  <a:txBody>
                    <a:bodyPr/>
                    <a:lstStyle/>
                    <a:p>
                      <a:r>
                        <a:rPr lang="es-AR" dirty="0">
                          <a:solidFill>
                            <a:schemeClr val="bg1"/>
                          </a:solidFill>
                        </a:rPr>
                        <a:t>Mínimo</a:t>
                      </a:r>
                    </a:p>
                  </a:txBody>
                  <a:tcPr/>
                </a:tc>
                <a:tc>
                  <a:txBody>
                    <a:bodyPr/>
                    <a:lstStyle/>
                    <a:p>
                      <a:r>
                        <a:rPr lang="es-AR" dirty="0">
                          <a:solidFill>
                            <a:schemeClr val="bg1"/>
                          </a:solidFill>
                        </a:rPr>
                        <a:t>Máximo</a:t>
                      </a:r>
                    </a:p>
                  </a:txBody>
                  <a:tcPr/>
                </a:tc>
                <a:extLst>
                  <a:ext uri="{0D108BD9-81ED-4DB2-BD59-A6C34878D82A}">
                    <a16:rowId xmlns:a16="http://schemas.microsoft.com/office/drawing/2014/main" val="962472249"/>
                  </a:ext>
                </a:extLst>
              </a:tr>
              <a:tr h="370840">
                <a:tc>
                  <a:txBody>
                    <a:bodyPr/>
                    <a:lstStyle/>
                    <a:p>
                      <a:r>
                        <a:rPr lang="es-AR" dirty="0"/>
                        <a:t>Años esperados de escolaridad</a:t>
                      </a:r>
                    </a:p>
                  </a:txBody>
                  <a:tcPr>
                    <a:solidFill>
                      <a:schemeClr val="accent2">
                        <a:lumMod val="60000"/>
                        <a:lumOff val="40000"/>
                      </a:schemeClr>
                    </a:solidFill>
                  </a:tcPr>
                </a:tc>
                <a:tc>
                  <a:txBody>
                    <a:bodyPr/>
                    <a:lstStyle/>
                    <a:p>
                      <a:pPr algn="ctr"/>
                      <a:r>
                        <a:rPr lang="es-AR" dirty="0"/>
                        <a:t>14,87</a:t>
                      </a:r>
                    </a:p>
                  </a:txBody>
                  <a:tcPr>
                    <a:solidFill>
                      <a:schemeClr val="accent2">
                        <a:lumMod val="60000"/>
                        <a:lumOff val="40000"/>
                      </a:schemeClr>
                    </a:solidFill>
                  </a:tcPr>
                </a:tc>
                <a:tc>
                  <a:txBody>
                    <a:bodyPr/>
                    <a:lstStyle/>
                    <a:p>
                      <a:pPr algn="ctr"/>
                      <a:r>
                        <a:rPr lang="es-AR" dirty="0"/>
                        <a:t>14,92</a:t>
                      </a:r>
                    </a:p>
                  </a:txBody>
                  <a:tcPr>
                    <a:solidFill>
                      <a:schemeClr val="accent2">
                        <a:lumMod val="60000"/>
                        <a:lumOff val="40000"/>
                      </a:schemeClr>
                    </a:solidFill>
                  </a:tcPr>
                </a:tc>
                <a:tc>
                  <a:txBody>
                    <a:bodyPr/>
                    <a:lstStyle/>
                    <a:p>
                      <a:pPr algn="ctr"/>
                      <a:r>
                        <a:rPr lang="es-AR" dirty="0"/>
                        <a:t>1,70</a:t>
                      </a:r>
                    </a:p>
                  </a:txBody>
                  <a:tcPr>
                    <a:solidFill>
                      <a:schemeClr val="accent2">
                        <a:lumMod val="60000"/>
                        <a:lumOff val="40000"/>
                      </a:schemeClr>
                    </a:solidFill>
                  </a:tcPr>
                </a:tc>
                <a:tc>
                  <a:txBody>
                    <a:bodyPr/>
                    <a:lstStyle/>
                    <a:p>
                      <a:pPr algn="ctr"/>
                      <a:r>
                        <a:rPr lang="es-AR" dirty="0"/>
                        <a:t>11,47</a:t>
                      </a:r>
                    </a:p>
                  </a:txBody>
                  <a:tcPr>
                    <a:solidFill>
                      <a:schemeClr val="accent2">
                        <a:lumMod val="60000"/>
                        <a:lumOff val="40000"/>
                      </a:schemeClr>
                    </a:solidFill>
                  </a:tcPr>
                </a:tc>
                <a:tc>
                  <a:txBody>
                    <a:bodyPr/>
                    <a:lstStyle/>
                    <a:p>
                      <a:pPr algn="ctr"/>
                      <a:r>
                        <a:rPr lang="es-AR" dirty="0"/>
                        <a:t>17,83</a:t>
                      </a:r>
                    </a:p>
                  </a:txBody>
                  <a:tcPr>
                    <a:solidFill>
                      <a:schemeClr val="accent2">
                        <a:lumMod val="60000"/>
                        <a:lumOff val="40000"/>
                      </a:schemeClr>
                    </a:solidFill>
                  </a:tcPr>
                </a:tc>
                <a:extLst>
                  <a:ext uri="{0D108BD9-81ED-4DB2-BD59-A6C34878D82A}">
                    <a16:rowId xmlns:a16="http://schemas.microsoft.com/office/drawing/2014/main" val="3748047358"/>
                  </a:ext>
                </a:extLst>
              </a:tr>
              <a:tr h="370840">
                <a:tc>
                  <a:txBody>
                    <a:bodyPr/>
                    <a:lstStyle/>
                    <a:p>
                      <a:r>
                        <a:rPr lang="es-AR" dirty="0" err="1"/>
                        <a:t>Indíce</a:t>
                      </a:r>
                      <a:r>
                        <a:rPr lang="es-AR" dirty="0"/>
                        <a:t> de Gini</a:t>
                      </a:r>
                    </a:p>
                  </a:txBody>
                  <a:tcPr>
                    <a:solidFill>
                      <a:schemeClr val="accent2">
                        <a:lumMod val="60000"/>
                        <a:lumOff val="40000"/>
                      </a:schemeClr>
                    </a:solidFill>
                  </a:tcPr>
                </a:tc>
                <a:tc>
                  <a:txBody>
                    <a:bodyPr/>
                    <a:lstStyle/>
                    <a:p>
                      <a:pPr algn="ctr"/>
                      <a:r>
                        <a:rPr lang="es-AR" dirty="0"/>
                        <a:t>39,64</a:t>
                      </a:r>
                    </a:p>
                  </a:txBody>
                  <a:tcPr>
                    <a:solidFill>
                      <a:schemeClr val="accent2">
                        <a:lumMod val="60000"/>
                        <a:lumOff val="40000"/>
                      </a:schemeClr>
                    </a:solidFill>
                  </a:tcPr>
                </a:tc>
                <a:tc>
                  <a:txBody>
                    <a:bodyPr/>
                    <a:lstStyle/>
                    <a:p>
                      <a:pPr algn="ctr"/>
                      <a:r>
                        <a:rPr lang="es-AR" dirty="0"/>
                        <a:t>37,15</a:t>
                      </a:r>
                    </a:p>
                  </a:txBody>
                  <a:tcPr>
                    <a:solidFill>
                      <a:schemeClr val="accent2">
                        <a:lumMod val="60000"/>
                        <a:lumOff val="40000"/>
                      </a:schemeClr>
                    </a:solidFill>
                  </a:tcPr>
                </a:tc>
                <a:tc>
                  <a:txBody>
                    <a:bodyPr/>
                    <a:lstStyle/>
                    <a:p>
                      <a:pPr algn="ctr"/>
                      <a:r>
                        <a:rPr lang="es-AR" dirty="0"/>
                        <a:t>9,03</a:t>
                      </a:r>
                    </a:p>
                  </a:txBody>
                  <a:tcPr>
                    <a:solidFill>
                      <a:schemeClr val="accent2">
                        <a:lumMod val="60000"/>
                        <a:lumOff val="40000"/>
                      </a:schemeClr>
                    </a:solidFill>
                  </a:tcPr>
                </a:tc>
                <a:tc>
                  <a:txBody>
                    <a:bodyPr/>
                    <a:lstStyle/>
                    <a:p>
                      <a:pPr algn="ctr"/>
                      <a:r>
                        <a:rPr lang="es-AR" dirty="0"/>
                        <a:t>28,50</a:t>
                      </a:r>
                    </a:p>
                  </a:txBody>
                  <a:tcPr>
                    <a:solidFill>
                      <a:schemeClr val="accent2">
                        <a:lumMod val="60000"/>
                        <a:lumOff val="40000"/>
                      </a:schemeClr>
                    </a:solidFill>
                  </a:tcPr>
                </a:tc>
                <a:tc>
                  <a:txBody>
                    <a:bodyPr/>
                    <a:lstStyle/>
                    <a:p>
                      <a:pPr algn="ctr"/>
                      <a:r>
                        <a:rPr lang="es-AR" dirty="0"/>
                        <a:t>54,80</a:t>
                      </a:r>
                    </a:p>
                  </a:txBody>
                  <a:tcPr>
                    <a:solidFill>
                      <a:schemeClr val="accent2">
                        <a:lumMod val="60000"/>
                        <a:lumOff val="40000"/>
                      </a:schemeClr>
                    </a:solidFill>
                  </a:tcPr>
                </a:tc>
                <a:extLst>
                  <a:ext uri="{0D108BD9-81ED-4DB2-BD59-A6C34878D82A}">
                    <a16:rowId xmlns:a16="http://schemas.microsoft.com/office/drawing/2014/main" val="319834235"/>
                  </a:ext>
                </a:extLst>
              </a:tr>
              <a:tr h="662838">
                <a:tc>
                  <a:txBody>
                    <a:bodyPr/>
                    <a:lstStyle/>
                    <a:p>
                      <a:r>
                        <a:rPr lang="es-AR" dirty="0"/>
                        <a:t>Manufactura (% del PIB)</a:t>
                      </a:r>
                    </a:p>
                  </a:txBody>
                  <a:tcPr>
                    <a:solidFill>
                      <a:schemeClr val="accent2">
                        <a:lumMod val="60000"/>
                        <a:lumOff val="40000"/>
                      </a:schemeClr>
                    </a:solidFill>
                  </a:tcPr>
                </a:tc>
                <a:tc>
                  <a:txBody>
                    <a:bodyPr/>
                    <a:lstStyle/>
                    <a:p>
                      <a:pPr algn="ctr"/>
                      <a:r>
                        <a:rPr lang="es-AR" dirty="0"/>
                        <a:t>14,11</a:t>
                      </a:r>
                    </a:p>
                  </a:txBody>
                  <a:tcPr>
                    <a:solidFill>
                      <a:schemeClr val="accent2">
                        <a:lumMod val="60000"/>
                        <a:lumOff val="40000"/>
                      </a:schemeClr>
                    </a:solidFill>
                  </a:tcPr>
                </a:tc>
                <a:tc>
                  <a:txBody>
                    <a:bodyPr/>
                    <a:lstStyle/>
                    <a:p>
                      <a:pPr algn="ctr"/>
                      <a:r>
                        <a:rPr lang="es-AR" dirty="0"/>
                        <a:t>12,42</a:t>
                      </a:r>
                    </a:p>
                  </a:txBody>
                  <a:tcPr>
                    <a:solidFill>
                      <a:schemeClr val="accent2">
                        <a:lumMod val="60000"/>
                        <a:lumOff val="40000"/>
                      </a:schemeClr>
                    </a:solidFill>
                  </a:tcPr>
                </a:tc>
                <a:tc>
                  <a:txBody>
                    <a:bodyPr/>
                    <a:lstStyle/>
                    <a:p>
                      <a:pPr algn="ctr"/>
                      <a:r>
                        <a:rPr lang="es-AR" dirty="0"/>
                        <a:t>5,35</a:t>
                      </a:r>
                    </a:p>
                  </a:txBody>
                  <a:tcPr>
                    <a:solidFill>
                      <a:schemeClr val="accent2">
                        <a:lumMod val="60000"/>
                        <a:lumOff val="40000"/>
                      </a:schemeClr>
                    </a:solidFill>
                  </a:tcPr>
                </a:tc>
                <a:tc>
                  <a:txBody>
                    <a:bodyPr/>
                    <a:lstStyle/>
                    <a:p>
                      <a:pPr algn="ctr"/>
                      <a:r>
                        <a:rPr lang="es-AR" dirty="0"/>
                        <a:t>7,74</a:t>
                      </a:r>
                    </a:p>
                  </a:txBody>
                  <a:tcPr>
                    <a:solidFill>
                      <a:schemeClr val="accent2">
                        <a:lumMod val="60000"/>
                        <a:lumOff val="40000"/>
                      </a:schemeClr>
                    </a:solidFill>
                  </a:tcPr>
                </a:tc>
                <a:tc>
                  <a:txBody>
                    <a:bodyPr/>
                    <a:lstStyle/>
                    <a:p>
                      <a:pPr algn="ctr"/>
                      <a:r>
                        <a:rPr lang="es-AR" dirty="0"/>
                        <a:t>26,42</a:t>
                      </a:r>
                    </a:p>
                  </a:txBody>
                  <a:tcPr>
                    <a:solidFill>
                      <a:schemeClr val="accent2">
                        <a:lumMod val="60000"/>
                        <a:lumOff val="40000"/>
                      </a:schemeClr>
                    </a:solidFill>
                  </a:tcPr>
                </a:tc>
                <a:extLst>
                  <a:ext uri="{0D108BD9-81ED-4DB2-BD59-A6C34878D82A}">
                    <a16:rowId xmlns:a16="http://schemas.microsoft.com/office/drawing/2014/main" val="4202809684"/>
                  </a:ext>
                </a:extLst>
              </a:tr>
              <a:tr h="370840">
                <a:tc>
                  <a:txBody>
                    <a:bodyPr/>
                    <a:lstStyle/>
                    <a:p>
                      <a:r>
                        <a:rPr lang="es-AR" dirty="0"/>
                        <a:t>PIB per cápita (USD)</a:t>
                      </a:r>
                    </a:p>
                  </a:txBody>
                  <a:tcPr>
                    <a:solidFill>
                      <a:schemeClr val="accent2">
                        <a:lumMod val="60000"/>
                        <a:lumOff val="40000"/>
                      </a:schemeClr>
                    </a:solidFill>
                  </a:tcPr>
                </a:tc>
                <a:tc>
                  <a:txBody>
                    <a:bodyPr/>
                    <a:lstStyle/>
                    <a:p>
                      <a:pPr algn="ctr"/>
                      <a:r>
                        <a:rPr lang="es-AR" dirty="0"/>
                        <a:t>16.241</a:t>
                      </a:r>
                    </a:p>
                  </a:txBody>
                  <a:tcPr>
                    <a:solidFill>
                      <a:schemeClr val="accent2">
                        <a:lumMod val="60000"/>
                        <a:lumOff val="40000"/>
                      </a:schemeClr>
                    </a:solidFill>
                  </a:tcPr>
                </a:tc>
                <a:tc>
                  <a:txBody>
                    <a:bodyPr/>
                    <a:lstStyle/>
                    <a:p>
                      <a:pPr algn="ctr"/>
                      <a:r>
                        <a:rPr lang="es-AR" dirty="0"/>
                        <a:t>7.944</a:t>
                      </a:r>
                    </a:p>
                  </a:txBody>
                  <a:tcPr>
                    <a:solidFill>
                      <a:schemeClr val="accent2">
                        <a:lumMod val="60000"/>
                        <a:lumOff val="40000"/>
                      </a:schemeClr>
                    </a:solidFill>
                  </a:tcPr>
                </a:tc>
                <a:tc>
                  <a:txBody>
                    <a:bodyPr/>
                    <a:lstStyle/>
                    <a:p>
                      <a:pPr algn="ctr"/>
                      <a:r>
                        <a:rPr lang="es-AR" dirty="0"/>
                        <a:t>15.054</a:t>
                      </a:r>
                    </a:p>
                  </a:txBody>
                  <a:tcPr>
                    <a:solidFill>
                      <a:schemeClr val="accent2">
                        <a:lumMod val="60000"/>
                        <a:lumOff val="40000"/>
                      </a:schemeClr>
                    </a:solidFill>
                  </a:tcPr>
                </a:tc>
                <a:tc>
                  <a:txBody>
                    <a:bodyPr/>
                    <a:lstStyle/>
                    <a:p>
                      <a:pPr algn="ctr"/>
                      <a:r>
                        <a:rPr lang="es-AR" dirty="0"/>
                        <a:t>1.748</a:t>
                      </a:r>
                    </a:p>
                  </a:txBody>
                  <a:tcPr>
                    <a:solidFill>
                      <a:schemeClr val="accent2">
                        <a:lumMod val="60000"/>
                        <a:lumOff val="40000"/>
                      </a:schemeClr>
                    </a:solidFill>
                  </a:tcPr>
                </a:tc>
                <a:tc>
                  <a:txBody>
                    <a:bodyPr/>
                    <a:lstStyle/>
                    <a:p>
                      <a:pPr algn="ctr"/>
                      <a:r>
                        <a:rPr lang="es-AR" dirty="0"/>
                        <a:t>42.516</a:t>
                      </a:r>
                    </a:p>
                  </a:txBody>
                  <a:tcPr>
                    <a:solidFill>
                      <a:schemeClr val="accent2">
                        <a:lumMod val="60000"/>
                        <a:lumOff val="40000"/>
                      </a:schemeClr>
                    </a:solidFill>
                  </a:tcPr>
                </a:tc>
                <a:extLst>
                  <a:ext uri="{0D108BD9-81ED-4DB2-BD59-A6C34878D82A}">
                    <a16:rowId xmlns:a16="http://schemas.microsoft.com/office/drawing/2014/main" val="1834832717"/>
                  </a:ext>
                </a:extLst>
              </a:tr>
            </a:tbl>
          </a:graphicData>
        </a:graphic>
      </p:graphicFrame>
      <p:sp>
        <p:nvSpPr>
          <p:cNvPr id="3" name="Título 2">
            <a:extLst>
              <a:ext uri="{FF2B5EF4-FFF2-40B4-BE49-F238E27FC236}">
                <a16:creationId xmlns:a16="http://schemas.microsoft.com/office/drawing/2014/main" id="{8FABD063-74AB-4331-B6C4-AA50C0F5A33E}"/>
              </a:ext>
            </a:extLst>
          </p:cNvPr>
          <p:cNvSpPr>
            <a:spLocks noGrp="1"/>
          </p:cNvSpPr>
          <p:nvPr>
            <p:ph type="title"/>
          </p:nvPr>
        </p:nvSpPr>
        <p:spPr/>
        <p:txBody>
          <a:bodyPr/>
          <a:lstStyle/>
          <a:p>
            <a:r>
              <a:rPr lang="es-AR" dirty="0">
                <a:latin typeface="Amasis MT Pro Medium" panose="02040604050005020304" pitchFamily="18" charset="0"/>
              </a:rPr>
              <a:t>Estadísticas descriptivas de las variables principales</a:t>
            </a:r>
          </a:p>
        </p:txBody>
      </p:sp>
      <p:sp>
        <p:nvSpPr>
          <p:cNvPr id="4" name="Marcador de fecha 3">
            <a:extLst>
              <a:ext uri="{FF2B5EF4-FFF2-40B4-BE49-F238E27FC236}">
                <a16:creationId xmlns:a16="http://schemas.microsoft.com/office/drawing/2014/main" id="{E40AF87A-A785-A275-7A4A-888BC917C880}"/>
              </a:ext>
            </a:extLst>
          </p:cNvPr>
          <p:cNvSpPr>
            <a:spLocks noGrp="1"/>
          </p:cNvSpPr>
          <p:nvPr>
            <p:ph type="dt" sz="half" idx="11"/>
          </p:nvPr>
        </p:nvSpPr>
        <p:spPr/>
        <p:txBody>
          <a:bodyPr/>
          <a:lstStyle/>
          <a:p>
            <a:pPr rtl="0"/>
            <a:r>
              <a:rPr lang="es-ES" dirty="0"/>
              <a:t>  </a:t>
            </a:r>
            <a:endParaRPr lang="es-ES" noProof="0" dirty="0"/>
          </a:p>
        </p:txBody>
      </p:sp>
      <p:sp>
        <p:nvSpPr>
          <p:cNvPr id="5" name="Marcador de pie de página 4">
            <a:extLst>
              <a:ext uri="{FF2B5EF4-FFF2-40B4-BE49-F238E27FC236}">
                <a16:creationId xmlns:a16="http://schemas.microsoft.com/office/drawing/2014/main" id="{6CB8E8E3-DF32-CBC2-874F-9BAAA7042D36}"/>
              </a:ext>
            </a:extLst>
          </p:cNvPr>
          <p:cNvSpPr>
            <a:spLocks noGrp="1"/>
          </p:cNvSpPr>
          <p:nvPr>
            <p:ph type="ftr" sz="quarter" idx="12"/>
          </p:nvPr>
        </p:nvSpPr>
        <p:spPr/>
        <p:txBody>
          <a:bodyPr/>
          <a:lstStyle/>
          <a:p>
            <a:pPr rtl="0"/>
            <a:r>
              <a:rPr lang="es-ES" dirty="0"/>
              <a:t>  </a:t>
            </a:r>
            <a:endParaRPr lang="es-ES" noProof="0" dirty="0">
              <a:solidFill>
                <a:schemeClr val="bg1"/>
              </a:solidFill>
            </a:endParaRPr>
          </a:p>
        </p:txBody>
      </p:sp>
      <p:sp>
        <p:nvSpPr>
          <p:cNvPr id="6" name="Marcador de número de diapositiva 5">
            <a:extLst>
              <a:ext uri="{FF2B5EF4-FFF2-40B4-BE49-F238E27FC236}">
                <a16:creationId xmlns:a16="http://schemas.microsoft.com/office/drawing/2014/main" id="{9635F825-AE81-8946-A3F5-B65853245503}"/>
              </a:ext>
            </a:extLst>
          </p:cNvPr>
          <p:cNvSpPr>
            <a:spLocks noGrp="1"/>
          </p:cNvSpPr>
          <p:nvPr>
            <p:ph type="sldNum" sz="quarter" idx="13"/>
          </p:nvPr>
        </p:nvSpPr>
        <p:spPr/>
        <p:txBody>
          <a:bodyPr/>
          <a:lstStyle/>
          <a:p>
            <a:pPr rtl="0"/>
            <a:fld id="{7782931A-7D25-4B4B-9464-57AE418934A3}" type="slidenum">
              <a:rPr lang="es-ES" noProof="0" smtClean="0"/>
              <a:pPr rtl="0"/>
              <a:t>5</a:t>
            </a:fld>
            <a:endParaRPr lang="es-ES" noProof="0"/>
          </a:p>
        </p:txBody>
      </p:sp>
    </p:spTree>
    <p:extLst>
      <p:ext uri="{BB962C8B-B14F-4D97-AF65-F5344CB8AC3E}">
        <p14:creationId xmlns:p14="http://schemas.microsoft.com/office/powerpoint/2010/main" val="23000349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3371B-0D35-88A9-8937-F57E4EDA8AE0}"/>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6CD14A22-BE86-9A6E-2B02-0AE740629622}"/>
              </a:ext>
            </a:extLst>
          </p:cNvPr>
          <p:cNvSpPr>
            <a:spLocks noGrp="1"/>
          </p:cNvSpPr>
          <p:nvPr>
            <p:ph type="title"/>
          </p:nvPr>
        </p:nvSpPr>
        <p:spPr/>
        <p:txBody>
          <a:bodyPr rtlCol="0"/>
          <a:lstStyle/>
          <a:p>
            <a:r>
              <a:rPr lang="es-AR" dirty="0">
                <a:latin typeface="Amasis MT Pro Medium" panose="02040604050005020304" pitchFamily="18" charset="0"/>
              </a:rPr>
              <a:t>Principales hallazgos</a:t>
            </a:r>
            <a:endParaRPr lang="es-ES" dirty="0">
              <a:latin typeface="Amasis MT Pro Medium" panose="02040604050005020304" pitchFamily="18" charset="0"/>
            </a:endParaRPr>
          </a:p>
        </p:txBody>
      </p:sp>
      <p:sp>
        <p:nvSpPr>
          <p:cNvPr id="2" name="Marcador de texto 1">
            <a:extLst>
              <a:ext uri="{FF2B5EF4-FFF2-40B4-BE49-F238E27FC236}">
                <a16:creationId xmlns:a16="http://schemas.microsoft.com/office/drawing/2014/main" id="{B4FCB8FB-B3F5-24CB-86FD-3846FD0BBABA}"/>
              </a:ext>
            </a:extLst>
          </p:cNvPr>
          <p:cNvSpPr>
            <a:spLocks noGrp="1"/>
          </p:cNvSpPr>
          <p:nvPr>
            <p:ph type="body" sz="quarter" idx="10"/>
          </p:nvPr>
        </p:nvSpPr>
        <p:spPr/>
        <p:txBody>
          <a:bodyPr rtlCol="0"/>
          <a:lstStyle/>
          <a:p>
            <a:pPr marL="342900" indent="-342900">
              <a:buFont typeface="Arial" panose="020B0604020202020204" pitchFamily="34" charset="0"/>
              <a:buChar char="•"/>
            </a:pPr>
            <a:r>
              <a:rPr lang="es-AR" sz="2000" dirty="0"/>
              <a:t>El PIB per cápita presenta la mayor dispersión de la muestra</a:t>
            </a:r>
          </a:p>
          <a:p>
            <a:pPr marL="342900" indent="-342900">
              <a:buFont typeface="Arial" panose="020B0604020202020204" pitchFamily="34" charset="0"/>
              <a:buChar char="•"/>
            </a:pPr>
            <a:r>
              <a:rPr lang="es-AR" sz="2000" dirty="0"/>
              <a:t>Se observan importantes diferencias económicas entre países </a:t>
            </a:r>
          </a:p>
          <a:p>
            <a:pPr marL="342900" indent="-342900">
              <a:buFont typeface="Arial" panose="020B0604020202020204" pitchFamily="34" charset="0"/>
              <a:buChar char="•"/>
            </a:pPr>
            <a:r>
              <a:rPr lang="es-AR" sz="2000" dirty="0"/>
              <a:t>La desigualdad muestra una alta heterogeneidad </a:t>
            </a:r>
          </a:p>
          <a:p>
            <a:pPr marL="342900" indent="-342900">
              <a:buFont typeface="Arial" panose="020B0604020202020204" pitchFamily="34" charset="0"/>
              <a:buChar char="•"/>
            </a:pPr>
            <a:r>
              <a:rPr lang="es-AR" sz="2000" dirty="0"/>
              <a:t>La educación presenta menor variabilidad relativa</a:t>
            </a:r>
          </a:p>
          <a:p>
            <a:endParaRPr lang="es-AR" sz="2000" dirty="0"/>
          </a:p>
          <a:p>
            <a:r>
              <a:rPr lang="es-AR" sz="2000" b="1" dirty="0">
                <a:latin typeface="Amasis MT Pro Medium" panose="02040604050005020304" pitchFamily="18" charset="0"/>
              </a:rPr>
              <a:t>Conclusión: </a:t>
            </a:r>
            <a:r>
              <a:rPr lang="es-AR" sz="2000" dirty="0"/>
              <a:t>La muestra presenta diferencias económicas y sociales significativas, justificando el análisis de sus determinantes</a:t>
            </a:r>
          </a:p>
          <a:p>
            <a:pPr marL="457200" indent="-457200">
              <a:lnSpc>
                <a:spcPct val="110000"/>
              </a:lnSpc>
              <a:buFont typeface="Arial" panose="020B0604020202020204" pitchFamily="34" charset="0"/>
              <a:buChar char="•"/>
            </a:pPr>
            <a:endParaRPr lang="es-ES" sz="2000" dirty="0">
              <a:cs typeface="Calibri"/>
            </a:endParaRPr>
          </a:p>
        </p:txBody>
      </p:sp>
      <p:sp>
        <p:nvSpPr>
          <p:cNvPr id="4" name="Marcador de fecha 3">
            <a:extLst>
              <a:ext uri="{FF2B5EF4-FFF2-40B4-BE49-F238E27FC236}">
                <a16:creationId xmlns:a16="http://schemas.microsoft.com/office/drawing/2014/main" id="{1D5CE551-2F33-3E21-CEFC-0FDF7E645B4B}"/>
              </a:ext>
            </a:extLst>
          </p:cNvPr>
          <p:cNvSpPr>
            <a:spLocks noGrp="1"/>
          </p:cNvSpPr>
          <p:nvPr>
            <p:ph type="dt" sz="half" idx="11"/>
          </p:nvPr>
        </p:nvSpPr>
        <p:spPr>
          <a:xfrm>
            <a:off x="9830818" y="6292334"/>
            <a:ext cx="1522982" cy="182880"/>
          </a:xfrm>
        </p:spPr>
        <p:txBody>
          <a:bodyPr rtlCol="0"/>
          <a:lstStyle/>
          <a:p>
            <a:pPr rtl="0"/>
            <a:r>
              <a:rPr lang="es-ES" sz="1100" dirty="0"/>
              <a:t>   </a:t>
            </a:r>
          </a:p>
        </p:txBody>
      </p:sp>
      <p:sp>
        <p:nvSpPr>
          <p:cNvPr id="6" name="Marcador de número de diapositiva 5">
            <a:extLst>
              <a:ext uri="{FF2B5EF4-FFF2-40B4-BE49-F238E27FC236}">
                <a16:creationId xmlns:a16="http://schemas.microsoft.com/office/drawing/2014/main" id="{678AF875-0E79-1DA2-74E8-EF8563CB3CC9}"/>
              </a:ext>
            </a:extLst>
          </p:cNvPr>
          <p:cNvSpPr>
            <a:spLocks noGrp="1"/>
          </p:cNvSpPr>
          <p:nvPr>
            <p:ph type="sldNum" sz="quarter" idx="13"/>
          </p:nvPr>
        </p:nvSpPr>
        <p:spPr>
          <a:xfrm>
            <a:off x="11493500" y="6292334"/>
            <a:ext cx="412750" cy="182880"/>
          </a:xfrm>
        </p:spPr>
        <p:txBody>
          <a:bodyPr rtlCol="0"/>
          <a:lstStyle/>
          <a:p>
            <a:pPr rtl="0"/>
            <a:fld id="{7782931A-7D25-4B4B-9464-57AE418934A3}" type="slidenum">
              <a:rPr lang="es-ES" sz="1100" smtClean="0"/>
              <a:pPr rtl="0"/>
              <a:t>6</a:t>
            </a:fld>
            <a:endParaRPr lang="es-ES" sz="1100"/>
          </a:p>
        </p:txBody>
      </p:sp>
    </p:spTree>
    <p:extLst>
      <p:ext uri="{BB962C8B-B14F-4D97-AF65-F5344CB8AC3E}">
        <p14:creationId xmlns:p14="http://schemas.microsoft.com/office/powerpoint/2010/main" val="1892449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pic>
        <p:nvPicPr>
          <p:cNvPr id="21" name="Marcador de contenido 20">
            <a:extLst>
              <a:ext uri="{FF2B5EF4-FFF2-40B4-BE49-F238E27FC236}">
                <a16:creationId xmlns:a16="http://schemas.microsoft.com/office/drawing/2014/main" id="{0D35E5B8-B494-1403-E06F-6BFC27A52F78}"/>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118708" y="2189474"/>
            <a:ext cx="5977292" cy="3664177"/>
          </a:xfrm>
          <a:prstGeom prst="rect">
            <a:avLst/>
          </a:prstGeom>
        </p:spPr>
      </p:pic>
      <p:pic>
        <p:nvPicPr>
          <p:cNvPr id="25" name="Marcador de contenido 24">
            <a:extLst>
              <a:ext uri="{FF2B5EF4-FFF2-40B4-BE49-F238E27FC236}">
                <a16:creationId xmlns:a16="http://schemas.microsoft.com/office/drawing/2014/main" id="{5682A6F4-BCB1-9A51-AA13-886C03BF0E09}"/>
              </a:ext>
            </a:extLst>
          </p:cNvPr>
          <p:cNvPicPr>
            <a:picLocks noGrp="1" noChangeAspect="1"/>
          </p:cNvPicPr>
          <p:nvPr>
            <p:ph sz="half" idx="11"/>
          </p:nvPr>
        </p:nvPicPr>
        <p:blipFill>
          <a:blip r:embed="rId4">
            <a:extLst>
              <a:ext uri="{28A0092B-C50C-407E-A947-70E740481C1C}">
                <a14:useLocalDpi xmlns:a14="http://schemas.microsoft.com/office/drawing/2010/main" val="0"/>
              </a:ext>
            </a:extLst>
          </a:blip>
          <a:stretch>
            <a:fillRect/>
          </a:stretch>
        </p:blipFill>
        <p:spPr>
          <a:xfrm>
            <a:off x="6258199" y="2189473"/>
            <a:ext cx="5815093" cy="3664177"/>
          </a:xfrm>
          <a:prstGeom prst="rect">
            <a:avLst/>
          </a:prstGeom>
        </p:spPr>
      </p:pic>
      <p:sp>
        <p:nvSpPr>
          <p:cNvPr id="15" name="Título 14">
            <a:extLst>
              <a:ext uri="{FF2B5EF4-FFF2-40B4-BE49-F238E27FC236}">
                <a16:creationId xmlns:a16="http://schemas.microsoft.com/office/drawing/2014/main" id="{437CE020-F95F-219E-898F-1DF79177FF1D}"/>
              </a:ext>
            </a:extLst>
          </p:cNvPr>
          <p:cNvSpPr>
            <a:spLocks noGrp="1"/>
          </p:cNvSpPr>
          <p:nvPr>
            <p:ph type="title"/>
          </p:nvPr>
        </p:nvSpPr>
        <p:spPr/>
        <p:txBody>
          <a:bodyPr/>
          <a:lstStyle/>
          <a:p>
            <a:r>
              <a:rPr lang="es-AR" dirty="0">
                <a:latin typeface="Amasis MT Pro Medium" panose="02040604050005020304" pitchFamily="18" charset="0"/>
              </a:rPr>
              <a:t>Distribución de variables</a:t>
            </a:r>
          </a:p>
        </p:txBody>
      </p:sp>
      <p:sp>
        <p:nvSpPr>
          <p:cNvPr id="18" name="Marcador de texto 17">
            <a:extLst>
              <a:ext uri="{FF2B5EF4-FFF2-40B4-BE49-F238E27FC236}">
                <a16:creationId xmlns:a16="http://schemas.microsoft.com/office/drawing/2014/main" id="{663C2359-7389-9F55-DEF6-BA642BD66017}"/>
              </a:ext>
            </a:extLst>
          </p:cNvPr>
          <p:cNvSpPr>
            <a:spLocks noGrp="1"/>
          </p:cNvSpPr>
          <p:nvPr>
            <p:ph type="body" sz="quarter" idx="17"/>
          </p:nvPr>
        </p:nvSpPr>
        <p:spPr/>
        <p:txBody>
          <a:bodyPr/>
          <a:lstStyle/>
          <a:p>
            <a:r>
              <a:rPr lang="es-AR" dirty="0"/>
              <a:t> </a:t>
            </a:r>
          </a:p>
        </p:txBody>
      </p:sp>
      <p:sp>
        <p:nvSpPr>
          <p:cNvPr id="19" name="Marcador de texto 18">
            <a:extLst>
              <a:ext uri="{FF2B5EF4-FFF2-40B4-BE49-F238E27FC236}">
                <a16:creationId xmlns:a16="http://schemas.microsoft.com/office/drawing/2014/main" id="{174E36CC-B907-9651-F0B5-0412C0737110}"/>
              </a:ext>
            </a:extLst>
          </p:cNvPr>
          <p:cNvSpPr>
            <a:spLocks noGrp="1"/>
          </p:cNvSpPr>
          <p:nvPr>
            <p:ph type="body" sz="quarter" idx="18"/>
          </p:nvPr>
        </p:nvSpPr>
        <p:spPr/>
        <p:txBody>
          <a:bodyPr/>
          <a:lstStyle/>
          <a:p>
            <a:r>
              <a:rPr lang="es-AR" dirty="0"/>
              <a:t> </a:t>
            </a:r>
          </a:p>
        </p:txBody>
      </p:sp>
      <p:sp>
        <p:nvSpPr>
          <p:cNvPr id="4" name="Marcador de fecha 3">
            <a:extLst>
              <a:ext uri="{FF2B5EF4-FFF2-40B4-BE49-F238E27FC236}">
                <a16:creationId xmlns:a16="http://schemas.microsoft.com/office/drawing/2014/main" id="{1AEEF61D-2B34-1B1C-C158-580C11FACDF5}"/>
              </a:ext>
            </a:extLst>
          </p:cNvPr>
          <p:cNvSpPr>
            <a:spLocks noGrp="1"/>
          </p:cNvSpPr>
          <p:nvPr>
            <p:ph type="dt" sz="half" idx="19"/>
          </p:nvPr>
        </p:nvSpPr>
        <p:spPr/>
        <p:txBody>
          <a:bodyPr/>
          <a:lstStyle/>
          <a:p>
            <a:pPr rtl="0"/>
            <a:r>
              <a:rPr lang="es-ES" dirty="0"/>
              <a:t> </a:t>
            </a:r>
            <a:endParaRPr lang="es-ES" noProof="0" dirty="0"/>
          </a:p>
        </p:txBody>
      </p:sp>
      <p:sp>
        <p:nvSpPr>
          <p:cNvPr id="5" name="Marcador de pie de página 4">
            <a:extLst>
              <a:ext uri="{FF2B5EF4-FFF2-40B4-BE49-F238E27FC236}">
                <a16:creationId xmlns:a16="http://schemas.microsoft.com/office/drawing/2014/main" id="{CD823C64-F92F-595C-9FC2-32591ADBC6B6}"/>
              </a:ext>
            </a:extLst>
          </p:cNvPr>
          <p:cNvSpPr>
            <a:spLocks noGrp="1"/>
          </p:cNvSpPr>
          <p:nvPr>
            <p:ph type="ftr" sz="quarter" idx="20"/>
          </p:nvPr>
        </p:nvSpPr>
        <p:spPr/>
        <p:txBody>
          <a:bodyPr/>
          <a:lstStyle/>
          <a:p>
            <a:pPr rtl="0"/>
            <a:r>
              <a:rPr lang="es-ES" noProof="0" dirty="0">
                <a:solidFill>
                  <a:schemeClr val="bg1"/>
                </a:solidFill>
              </a:rPr>
              <a:t>   </a:t>
            </a:r>
          </a:p>
        </p:txBody>
      </p:sp>
      <p:sp>
        <p:nvSpPr>
          <p:cNvPr id="6" name="Marcador de número de diapositiva 5">
            <a:extLst>
              <a:ext uri="{FF2B5EF4-FFF2-40B4-BE49-F238E27FC236}">
                <a16:creationId xmlns:a16="http://schemas.microsoft.com/office/drawing/2014/main" id="{4BCD515C-ACE2-DD99-941A-7D0FFC4E38C0}"/>
              </a:ext>
            </a:extLst>
          </p:cNvPr>
          <p:cNvSpPr>
            <a:spLocks noGrp="1"/>
          </p:cNvSpPr>
          <p:nvPr>
            <p:ph type="sldNum" sz="quarter" idx="21"/>
          </p:nvPr>
        </p:nvSpPr>
        <p:spPr/>
        <p:txBody>
          <a:bodyPr/>
          <a:lstStyle/>
          <a:p>
            <a:pPr rtl="0"/>
            <a:fld id="{7782931A-7D25-4B4B-9464-57AE418934A3}" type="slidenum">
              <a:rPr lang="es-ES" noProof="0" smtClean="0"/>
              <a:pPr rtl="0"/>
              <a:t>7</a:t>
            </a:fld>
            <a:endParaRPr lang="es-ES" noProof="0"/>
          </a:p>
        </p:txBody>
      </p:sp>
    </p:spTree>
    <p:extLst>
      <p:ext uri="{BB962C8B-B14F-4D97-AF65-F5344CB8AC3E}">
        <p14:creationId xmlns:p14="http://schemas.microsoft.com/office/powerpoint/2010/main" val="1339298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D0069-2DDC-CFBD-6B93-0B5AED99A3ED}"/>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AA17CC86-7BB0-BDCD-A1D5-9343985331D2}"/>
              </a:ext>
            </a:extLst>
          </p:cNvPr>
          <p:cNvSpPr>
            <a:spLocks noGrp="1"/>
          </p:cNvSpPr>
          <p:nvPr>
            <p:ph type="title"/>
          </p:nvPr>
        </p:nvSpPr>
        <p:spPr/>
        <p:txBody>
          <a:bodyPr rtlCol="0"/>
          <a:lstStyle/>
          <a:p>
            <a:r>
              <a:rPr lang="es-AR" dirty="0">
                <a:latin typeface="Amasis MT Pro Medium" panose="02040604050005020304" pitchFamily="18" charset="0"/>
              </a:rPr>
              <a:t>Datos faltantes y </a:t>
            </a:r>
            <a:r>
              <a:rPr lang="es-AR" dirty="0" err="1">
                <a:latin typeface="Amasis MT Pro Medium" panose="02040604050005020304" pitchFamily="18" charset="0"/>
              </a:rPr>
              <a:t>outliers</a:t>
            </a:r>
            <a:endParaRPr lang="es-ES" dirty="0">
              <a:latin typeface="Amasis MT Pro Medium" panose="02040604050005020304" pitchFamily="18" charset="0"/>
            </a:endParaRPr>
          </a:p>
        </p:txBody>
      </p:sp>
      <p:sp>
        <p:nvSpPr>
          <p:cNvPr id="2" name="Marcador de texto 1">
            <a:extLst>
              <a:ext uri="{FF2B5EF4-FFF2-40B4-BE49-F238E27FC236}">
                <a16:creationId xmlns:a16="http://schemas.microsoft.com/office/drawing/2014/main" id="{EAA1BBD9-3814-8A2E-B996-B3A4A22D2EAD}"/>
              </a:ext>
            </a:extLst>
          </p:cNvPr>
          <p:cNvSpPr>
            <a:spLocks noGrp="1"/>
          </p:cNvSpPr>
          <p:nvPr>
            <p:ph type="body" sz="quarter" idx="10"/>
          </p:nvPr>
        </p:nvSpPr>
        <p:spPr>
          <a:xfrm>
            <a:off x="1028700" y="2286000"/>
            <a:ext cx="9983429" cy="2904530"/>
          </a:xfrm>
        </p:spPr>
        <p:txBody>
          <a:bodyPr rtlCol="0"/>
          <a:lstStyle/>
          <a:p>
            <a:pPr marL="342900" indent="-342900">
              <a:buFont typeface="Arial" panose="020B0604020202020204" pitchFamily="34" charset="0"/>
              <a:buChar char="•"/>
            </a:pPr>
            <a:r>
              <a:rPr lang="es-AR" sz="2000" dirty="0"/>
              <a:t>La base original presentaba algunos valores faltantes en determinadas variables y años. Se completaron utilizando información disponible de períodos cercanos cuando la evolución de la variable resultaba consistente</a:t>
            </a:r>
          </a:p>
          <a:p>
            <a:pPr marL="342900" indent="-342900">
              <a:buFont typeface="Arial" panose="020B0604020202020204" pitchFamily="34" charset="0"/>
              <a:buChar char="•"/>
            </a:pPr>
            <a:r>
              <a:rPr lang="es-AR" sz="2000" dirty="0"/>
              <a:t>Los valores extremos se concentran principalmente en PIB per cápita y manufactura. No se eliminaron, ya que reflejan diferencias reales entre economías desarrolladas y emergentes, y no errores de medición</a:t>
            </a:r>
          </a:p>
          <a:p>
            <a:r>
              <a:rPr lang="es-AR" sz="2000" b="1" dirty="0">
                <a:latin typeface="Amasis MT Pro Medium" panose="02040604050005020304" pitchFamily="18" charset="0"/>
              </a:rPr>
              <a:t>Conclusión: </a:t>
            </a:r>
            <a:r>
              <a:rPr lang="es-AR" sz="2000" dirty="0"/>
              <a:t>los </a:t>
            </a:r>
            <a:r>
              <a:rPr lang="es-AR" sz="2000" dirty="0" err="1"/>
              <a:t>outliers</a:t>
            </a:r>
            <a:r>
              <a:rPr lang="es-AR" sz="2000" dirty="0"/>
              <a:t> representan heterogeneidad económica entre países y fueron conservados en la muestra para no perder información relevante del análisis comparativo</a:t>
            </a:r>
          </a:p>
          <a:p>
            <a:pPr marL="457200" indent="-457200">
              <a:lnSpc>
                <a:spcPct val="110000"/>
              </a:lnSpc>
              <a:buFont typeface="Arial" panose="020B0604020202020204" pitchFamily="34" charset="0"/>
              <a:buChar char="•"/>
            </a:pPr>
            <a:endParaRPr lang="es-ES" sz="2000" dirty="0">
              <a:cs typeface="Calibri"/>
            </a:endParaRPr>
          </a:p>
        </p:txBody>
      </p:sp>
      <p:sp>
        <p:nvSpPr>
          <p:cNvPr id="4" name="Marcador de fecha 3">
            <a:extLst>
              <a:ext uri="{FF2B5EF4-FFF2-40B4-BE49-F238E27FC236}">
                <a16:creationId xmlns:a16="http://schemas.microsoft.com/office/drawing/2014/main" id="{76A91854-B7CE-E990-2CE1-EA42B538E2CB}"/>
              </a:ext>
            </a:extLst>
          </p:cNvPr>
          <p:cNvSpPr>
            <a:spLocks noGrp="1"/>
          </p:cNvSpPr>
          <p:nvPr>
            <p:ph type="dt" sz="half" idx="11"/>
          </p:nvPr>
        </p:nvSpPr>
        <p:spPr>
          <a:xfrm>
            <a:off x="9830818" y="6292334"/>
            <a:ext cx="1522982" cy="182880"/>
          </a:xfrm>
        </p:spPr>
        <p:txBody>
          <a:bodyPr rtlCol="0"/>
          <a:lstStyle/>
          <a:p>
            <a:pPr rtl="0"/>
            <a:r>
              <a:rPr lang="es-ES" sz="1100" dirty="0"/>
              <a:t>   </a:t>
            </a:r>
          </a:p>
        </p:txBody>
      </p:sp>
      <p:sp>
        <p:nvSpPr>
          <p:cNvPr id="6" name="Marcador de número de diapositiva 5">
            <a:extLst>
              <a:ext uri="{FF2B5EF4-FFF2-40B4-BE49-F238E27FC236}">
                <a16:creationId xmlns:a16="http://schemas.microsoft.com/office/drawing/2014/main" id="{77FD7985-75DB-A9D4-9C07-A74B78297095}"/>
              </a:ext>
            </a:extLst>
          </p:cNvPr>
          <p:cNvSpPr>
            <a:spLocks noGrp="1"/>
          </p:cNvSpPr>
          <p:nvPr>
            <p:ph type="sldNum" sz="quarter" idx="13"/>
          </p:nvPr>
        </p:nvSpPr>
        <p:spPr>
          <a:xfrm>
            <a:off x="11493500" y="6292334"/>
            <a:ext cx="412750" cy="182880"/>
          </a:xfrm>
        </p:spPr>
        <p:txBody>
          <a:bodyPr rtlCol="0"/>
          <a:lstStyle/>
          <a:p>
            <a:pPr rtl="0"/>
            <a:fld id="{7782931A-7D25-4B4B-9464-57AE418934A3}" type="slidenum">
              <a:rPr lang="es-ES" sz="1100" smtClean="0"/>
              <a:pPr rtl="0"/>
              <a:t>8</a:t>
            </a:fld>
            <a:endParaRPr lang="es-ES" sz="1100"/>
          </a:p>
        </p:txBody>
      </p:sp>
      <p:sp>
        <p:nvSpPr>
          <p:cNvPr id="5" name="CuadroTexto 4">
            <a:extLst>
              <a:ext uri="{FF2B5EF4-FFF2-40B4-BE49-F238E27FC236}">
                <a16:creationId xmlns:a16="http://schemas.microsoft.com/office/drawing/2014/main" id="{3A628B82-ADB0-85F5-1C24-9F0229261917}"/>
              </a:ext>
            </a:extLst>
          </p:cNvPr>
          <p:cNvSpPr txBox="1"/>
          <p:nvPr/>
        </p:nvSpPr>
        <p:spPr>
          <a:xfrm>
            <a:off x="816077" y="5858932"/>
            <a:ext cx="10343536" cy="1200329"/>
          </a:xfrm>
          <a:prstGeom prst="rect">
            <a:avLst/>
          </a:prstGeom>
          <a:noFill/>
        </p:spPr>
        <p:txBody>
          <a:bodyPr wrap="square" rtlCol="0">
            <a:spAutoFit/>
          </a:bodyPr>
          <a:lstStyle/>
          <a:p>
            <a:r>
              <a:rPr lang="es-AR" b="1" dirty="0">
                <a:solidFill>
                  <a:schemeClr val="bg1"/>
                </a:solidFill>
              </a:rPr>
              <a:t>No se observaron diferencias relevantes entre las estadísticas descriptivas antes y después del tratamiento de datos faltantes. Dado que los </a:t>
            </a:r>
            <a:r>
              <a:rPr lang="es-AR" b="1" dirty="0" err="1">
                <a:solidFill>
                  <a:schemeClr val="bg1"/>
                </a:solidFill>
              </a:rPr>
              <a:t>outliers</a:t>
            </a:r>
            <a:r>
              <a:rPr lang="es-AR" b="1" dirty="0">
                <a:solidFill>
                  <a:schemeClr val="bg1"/>
                </a:solidFill>
              </a:rPr>
              <a:t> representan diferencias reales entre países, se decidió conservarlos en la muestra</a:t>
            </a:r>
          </a:p>
          <a:p>
            <a:endParaRPr lang="es-AR" dirty="0"/>
          </a:p>
        </p:txBody>
      </p:sp>
    </p:spTree>
    <p:extLst>
      <p:ext uri="{BB962C8B-B14F-4D97-AF65-F5344CB8AC3E}">
        <p14:creationId xmlns:p14="http://schemas.microsoft.com/office/powerpoint/2010/main" val="13061828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D6A63-B878-A377-8B1A-362304C91A5B}"/>
            </a:ext>
          </a:extLst>
        </p:cNvPr>
        <p:cNvGrpSpPr/>
        <p:nvPr/>
      </p:nvGrpSpPr>
      <p:grpSpPr>
        <a:xfrm>
          <a:off x="0" y="0"/>
          <a:ext cx="0" cy="0"/>
          <a:chOff x="0" y="0"/>
          <a:chExt cx="0" cy="0"/>
        </a:xfrm>
      </p:grpSpPr>
      <p:sp>
        <p:nvSpPr>
          <p:cNvPr id="9" name="Título 8">
            <a:extLst>
              <a:ext uri="{FF2B5EF4-FFF2-40B4-BE49-F238E27FC236}">
                <a16:creationId xmlns:a16="http://schemas.microsoft.com/office/drawing/2014/main" id="{A326DA3A-1997-F39A-44AA-EFA044E939E2}"/>
              </a:ext>
            </a:extLst>
          </p:cNvPr>
          <p:cNvSpPr>
            <a:spLocks noGrp="1"/>
          </p:cNvSpPr>
          <p:nvPr>
            <p:ph type="title"/>
          </p:nvPr>
        </p:nvSpPr>
        <p:spPr/>
        <p:txBody>
          <a:bodyPr rtlCol="0"/>
          <a:lstStyle/>
          <a:p>
            <a:br>
              <a:rPr lang="es-AR" sz="4400" dirty="0"/>
            </a:br>
            <a:endParaRPr lang="es-ES" sz="4400" dirty="0"/>
          </a:p>
        </p:txBody>
      </p:sp>
      <p:sp>
        <p:nvSpPr>
          <p:cNvPr id="8" name="Título 8">
            <a:extLst>
              <a:ext uri="{FF2B5EF4-FFF2-40B4-BE49-F238E27FC236}">
                <a16:creationId xmlns:a16="http://schemas.microsoft.com/office/drawing/2014/main" id="{BA8E53C1-675F-3C12-2FA3-C37853155103}"/>
              </a:ext>
            </a:extLst>
          </p:cNvPr>
          <p:cNvSpPr txBox="1">
            <a:spLocks/>
          </p:cNvSpPr>
          <p:nvPr/>
        </p:nvSpPr>
        <p:spPr>
          <a:xfrm>
            <a:off x="1181100" y="1151468"/>
            <a:ext cx="10096500" cy="645284"/>
          </a:xfrm>
          <a:prstGeom prst="rect">
            <a:avLst/>
          </a:prstGeom>
        </p:spPr>
        <p:txBody>
          <a:bodyPr lIns="0" tIns="0" rIns="0" bIns="0" rtlCol="0" anchor="b"/>
          <a:lst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br>
              <a:rPr lang="es-AR"/>
            </a:br>
            <a:endParaRPr lang="es-ES" dirty="0"/>
          </a:p>
        </p:txBody>
      </p:sp>
      <p:sp>
        <p:nvSpPr>
          <p:cNvPr id="11" name="CuadroTexto 10">
            <a:extLst>
              <a:ext uri="{FF2B5EF4-FFF2-40B4-BE49-F238E27FC236}">
                <a16:creationId xmlns:a16="http://schemas.microsoft.com/office/drawing/2014/main" id="{C2290576-70D4-327B-28B1-F75CB7BD085B}"/>
              </a:ext>
            </a:extLst>
          </p:cNvPr>
          <p:cNvSpPr txBox="1"/>
          <p:nvPr/>
        </p:nvSpPr>
        <p:spPr>
          <a:xfrm>
            <a:off x="1066800" y="952378"/>
            <a:ext cx="8538087" cy="707886"/>
          </a:xfrm>
          <a:prstGeom prst="rect">
            <a:avLst/>
          </a:prstGeom>
          <a:noFill/>
        </p:spPr>
        <p:txBody>
          <a:bodyPr wrap="square" rtlCol="0">
            <a:spAutoFit/>
          </a:bodyPr>
          <a:lstStyle/>
          <a:p>
            <a:r>
              <a:rPr lang="es-AR" sz="4000" b="1" dirty="0">
                <a:solidFill>
                  <a:schemeClr val="bg1"/>
                </a:solidFill>
                <a:latin typeface="Amasis MT Pro Medium" panose="02040604050005020304" pitchFamily="18" charset="0"/>
              </a:rPr>
              <a:t>Tabla regional</a:t>
            </a:r>
          </a:p>
        </p:txBody>
      </p:sp>
      <p:graphicFrame>
        <p:nvGraphicFramePr>
          <p:cNvPr id="10" name="Marcador de tabla 9">
            <a:extLst>
              <a:ext uri="{FF2B5EF4-FFF2-40B4-BE49-F238E27FC236}">
                <a16:creationId xmlns:a16="http://schemas.microsoft.com/office/drawing/2014/main" id="{7BDD5570-D25E-2050-2496-454A3639B290}"/>
              </a:ext>
            </a:extLst>
          </p:cNvPr>
          <p:cNvGraphicFramePr>
            <a:graphicFrameLocks noGrp="1"/>
          </p:cNvGraphicFramePr>
          <p:nvPr>
            <p:ph type="tbl" sz="quarter" idx="10"/>
            <p:extLst>
              <p:ext uri="{D42A27DB-BD31-4B8C-83A1-F6EECF244321}">
                <p14:modId xmlns:p14="http://schemas.microsoft.com/office/powerpoint/2010/main" val="8498473"/>
              </p:ext>
            </p:extLst>
          </p:nvPr>
        </p:nvGraphicFramePr>
        <p:xfrm>
          <a:off x="1028700" y="2422525"/>
          <a:ext cx="9067800" cy="3032760"/>
        </p:xfrm>
        <a:graphic>
          <a:graphicData uri="http://schemas.openxmlformats.org/drawingml/2006/table">
            <a:tbl>
              <a:tblPr firstRow="1" bandRow="1">
                <a:tableStyleId>{93296810-A885-4BE3-A3E7-6D5BEEA58F35}</a:tableStyleId>
              </a:tblPr>
              <a:tblGrid>
                <a:gridCol w="1813560">
                  <a:extLst>
                    <a:ext uri="{9D8B030D-6E8A-4147-A177-3AD203B41FA5}">
                      <a16:colId xmlns:a16="http://schemas.microsoft.com/office/drawing/2014/main" val="643418468"/>
                    </a:ext>
                  </a:extLst>
                </a:gridCol>
                <a:gridCol w="1813560">
                  <a:extLst>
                    <a:ext uri="{9D8B030D-6E8A-4147-A177-3AD203B41FA5}">
                      <a16:colId xmlns:a16="http://schemas.microsoft.com/office/drawing/2014/main" val="1765794318"/>
                    </a:ext>
                  </a:extLst>
                </a:gridCol>
                <a:gridCol w="1813560">
                  <a:extLst>
                    <a:ext uri="{9D8B030D-6E8A-4147-A177-3AD203B41FA5}">
                      <a16:colId xmlns:a16="http://schemas.microsoft.com/office/drawing/2014/main" val="1429154115"/>
                    </a:ext>
                  </a:extLst>
                </a:gridCol>
                <a:gridCol w="1813560">
                  <a:extLst>
                    <a:ext uri="{9D8B030D-6E8A-4147-A177-3AD203B41FA5}">
                      <a16:colId xmlns:a16="http://schemas.microsoft.com/office/drawing/2014/main" val="939086044"/>
                    </a:ext>
                  </a:extLst>
                </a:gridCol>
                <a:gridCol w="1813560">
                  <a:extLst>
                    <a:ext uri="{9D8B030D-6E8A-4147-A177-3AD203B41FA5}">
                      <a16:colId xmlns:a16="http://schemas.microsoft.com/office/drawing/2014/main" val="1713193381"/>
                    </a:ext>
                  </a:extLst>
                </a:gridCol>
              </a:tblGrid>
              <a:tr h="370840">
                <a:tc>
                  <a:txBody>
                    <a:bodyPr/>
                    <a:lstStyle/>
                    <a:p>
                      <a:r>
                        <a:rPr lang="es-AR" dirty="0">
                          <a:solidFill>
                            <a:schemeClr val="bg1"/>
                          </a:solidFill>
                        </a:rPr>
                        <a:t>Region</a:t>
                      </a:r>
                    </a:p>
                  </a:txBody>
                  <a:tcPr/>
                </a:tc>
                <a:tc>
                  <a:txBody>
                    <a:bodyPr/>
                    <a:lstStyle/>
                    <a:p>
                      <a:r>
                        <a:rPr lang="es-AR" dirty="0">
                          <a:solidFill>
                            <a:schemeClr val="bg1"/>
                          </a:solidFill>
                        </a:rPr>
                        <a:t>PBI per </a:t>
                      </a:r>
                      <a:r>
                        <a:rPr lang="es-AR" dirty="0" err="1">
                          <a:solidFill>
                            <a:schemeClr val="bg1"/>
                          </a:solidFill>
                        </a:rPr>
                        <a:t>capita</a:t>
                      </a:r>
                      <a:r>
                        <a:rPr lang="es-AR" dirty="0">
                          <a:solidFill>
                            <a:schemeClr val="bg1"/>
                          </a:solidFill>
                        </a:rPr>
                        <a:t> (USD)</a:t>
                      </a:r>
                    </a:p>
                  </a:txBody>
                  <a:tcPr/>
                </a:tc>
                <a:tc>
                  <a:txBody>
                    <a:bodyPr/>
                    <a:lstStyle/>
                    <a:p>
                      <a:r>
                        <a:rPr lang="es-AR" dirty="0">
                          <a:solidFill>
                            <a:schemeClr val="bg1"/>
                          </a:solidFill>
                        </a:rPr>
                        <a:t>Gini promedio</a:t>
                      </a:r>
                    </a:p>
                  </a:txBody>
                  <a:tcPr/>
                </a:tc>
                <a:tc>
                  <a:txBody>
                    <a:bodyPr/>
                    <a:lstStyle/>
                    <a:p>
                      <a:r>
                        <a:rPr lang="es-AR" dirty="0">
                          <a:solidFill>
                            <a:schemeClr val="bg1"/>
                          </a:solidFill>
                        </a:rPr>
                        <a:t>Educacion promedio</a:t>
                      </a:r>
                    </a:p>
                  </a:txBody>
                  <a:tcPr/>
                </a:tc>
                <a:tc>
                  <a:txBody>
                    <a:bodyPr/>
                    <a:lstStyle/>
                    <a:p>
                      <a:r>
                        <a:rPr lang="es-AR" dirty="0">
                          <a:solidFill>
                            <a:schemeClr val="bg1"/>
                          </a:solidFill>
                        </a:rPr>
                        <a:t>Industria (%)</a:t>
                      </a:r>
                    </a:p>
                  </a:txBody>
                  <a:tcPr/>
                </a:tc>
                <a:extLst>
                  <a:ext uri="{0D108BD9-81ED-4DB2-BD59-A6C34878D82A}">
                    <a16:rowId xmlns:a16="http://schemas.microsoft.com/office/drawing/2014/main" val="3413625714"/>
                  </a:ext>
                </a:extLst>
              </a:tr>
              <a:tr h="370840">
                <a:tc>
                  <a:txBody>
                    <a:bodyPr/>
                    <a:lstStyle/>
                    <a:p>
                      <a:pPr>
                        <a:buNone/>
                      </a:pPr>
                      <a:r>
                        <a:rPr lang="es-AR" dirty="0"/>
                        <a:t>África Subsahariana</a:t>
                      </a:r>
                    </a:p>
                  </a:txBody>
                  <a:tcPr anchor="ctr">
                    <a:solidFill>
                      <a:schemeClr val="accent2">
                        <a:lumMod val="60000"/>
                        <a:lumOff val="40000"/>
                      </a:schemeClr>
                    </a:solidFill>
                  </a:tcPr>
                </a:tc>
                <a:tc>
                  <a:txBody>
                    <a:bodyPr/>
                    <a:lstStyle/>
                    <a:p>
                      <a:pPr algn="ctr"/>
                      <a:r>
                        <a:rPr lang="es-AR" dirty="0"/>
                        <a:t>3.767</a:t>
                      </a:r>
                    </a:p>
                  </a:txBody>
                  <a:tcPr>
                    <a:solidFill>
                      <a:schemeClr val="accent2">
                        <a:lumMod val="60000"/>
                        <a:lumOff val="40000"/>
                      </a:schemeClr>
                    </a:solidFill>
                  </a:tcPr>
                </a:tc>
                <a:tc>
                  <a:txBody>
                    <a:bodyPr/>
                    <a:lstStyle/>
                    <a:p>
                      <a:pPr algn="ctr"/>
                      <a:r>
                        <a:rPr lang="es-AR" dirty="0"/>
                        <a:t>46,3</a:t>
                      </a:r>
                    </a:p>
                  </a:txBody>
                  <a:tcPr>
                    <a:solidFill>
                      <a:schemeClr val="accent2">
                        <a:lumMod val="60000"/>
                        <a:lumOff val="40000"/>
                      </a:schemeClr>
                    </a:solidFill>
                  </a:tcPr>
                </a:tc>
                <a:tc>
                  <a:txBody>
                    <a:bodyPr/>
                    <a:lstStyle/>
                    <a:p>
                      <a:pPr algn="ctr"/>
                      <a:r>
                        <a:rPr lang="es-AR" dirty="0"/>
                        <a:t>12,63</a:t>
                      </a:r>
                    </a:p>
                  </a:txBody>
                  <a:tcPr>
                    <a:solidFill>
                      <a:schemeClr val="accent2">
                        <a:lumMod val="60000"/>
                        <a:lumOff val="40000"/>
                      </a:schemeClr>
                    </a:solidFill>
                  </a:tcPr>
                </a:tc>
                <a:tc>
                  <a:txBody>
                    <a:bodyPr/>
                    <a:lstStyle/>
                    <a:p>
                      <a:pPr algn="ctr"/>
                      <a:r>
                        <a:rPr lang="es-AR" dirty="0"/>
                        <a:t>10,09</a:t>
                      </a:r>
                    </a:p>
                  </a:txBody>
                  <a:tcPr>
                    <a:solidFill>
                      <a:schemeClr val="accent2">
                        <a:lumMod val="60000"/>
                        <a:lumOff val="40000"/>
                      </a:schemeClr>
                    </a:solidFill>
                  </a:tcPr>
                </a:tc>
                <a:extLst>
                  <a:ext uri="{0D108BD9-81ED-4DB2-BD59-A6C34878D82A}">
                    <a16:rowId xmlns:a16="http://schemas.microsoft.com/office/drawing/2014/main" val="701284967"/>
                  </a:ext>
                </a:extLst>
              </a:tr>
              <a:tr h="370840">
                <a:tc>
                  <a:txBody>
                    <a:bodyPr/>
                    <a:lstStyle/>
                    <a:p>
                      <a:pPr>
                        <a:buNone/>
                      </a:pPr>
                      <a:r>
                        <a:rPr lang="es-AR" dirty="0"/>
                        <a:t>America Latina</a:t>
                      </a:r>
                    </a:p>
                  </a:txBody>
                  <a:tcPr anchor="ctr">
                    <a:solidFill>
                      <a:schemeClr val="accent2">
                        <a:lumMod val="60000"/>
                        <a:lumOff val="40000"/>
                      </a:schemeClr>
                    </a:solidFill>
                  </a:tcPr>
                </a:tc>
                <a:tc>
                  <a:txBody>
                    <a:bodyPr/>
                    <a:lstStyle/>
                    <a:p>
                      <a:pPr algn="ctr"/>
                      <a:r>
                        <a:rPr lang="es-AR" dirty="0"/>
                        <a:t>7.519</a:t>
                      </a:r>
                    </a:p>
                  </a:txBody>
                  <a:tcPr>
                    <a:solidFill>
                      <a:schemeClr val="accent2">
                        <a:lumMod val="60000"/>
                        <a:lumOff val="40000"/>
                      </a:schemeClr>
                    </a:solidFill>
                  </a:tcPr>
                </a:tc>
                <a:tc>
                  <a:txBody>
                    <a:bodyPr/>
                    <a:lstStyle/>
                    <a:p>
                      <a:pPr algn="ctr"/>
                      <a:r>
                        <a:rPr lang="es-AR" dirty="0"/>
                        <a:t>49,0</a:t>
                      </a:r>
                    </a:p>
                  </a:txBody>
                  <a:tcPr>
                    <a:solidFill>
                      <a:schemeClr val="accent2">
                        <a:lumMod val="60000"/>
                        <a:lumOff val="40000"/>
                      </a:schemeClr>
                    </a:solidFill>
                  </a:tcPr>
                </a:tc>
                <a:tc>
                  <a:txBody>
                    <a:bodyPr/>
                    <a:lstStyle/>
                    <a:p>
                      <a:pPr algn="ctr"/>
                      <a:r>
                        <a:rPr lang="es-AR" dirty="0"/>
                        <a:t>15,00</a:t>
                      </a:r>
                    </a:p>
                  </a:txBody>
                  <a:tcPr>
                    <a:solidFill>
                      <a:schemeClr val="accent2">
                        <a:lumMod val="60000"/>
                        <a:lumOff val="40000"/>
                      </a:schemeClr>
                    </a:solidFill>
                  </a:tcPr>
                </a:tc>
                <a:tc>
                  <a:txBody>
                    <a:bodyPr/>
                    <a:lstStyle/>
                    <a:p>
                      <a:pPr algn="ctr"/>
                      <a:r>
                        <a:rPr lang="es-AR" dirty="0"/>
                        <a:t>12,21</a:t>
                      </a:r>
                    </a:p>
                  </a:txBody>
                  <a:tcPr>
                    <a:solidFill>
                      <a:schemeClr val="accent2">
                        <a:lumMod val="60000"/>
                        <a:lumOff val="40000"/>
                      </a:schemeClr>
                    </a:solidFill>
                  </a:tcPr>
                </a:tc>
                <a:extLst>
                  <a:ext uri="{0D108BD9-81ED-4DB2-BD59-A6C34878D82A}">
                    <a16:rowId xmlns:a16="http://schemas.microsoft.com/office/drawing/2014/main" val="307833497"/>
                  </a:ext>
                </a:extLst>
              </a:tr>
              <a:tr h="370840">
                <a:tc>
                  <a:txBody>
                    <a:bodyPr/>
                    <a:lstStyle/>
                    <a:p>
                      <a:pPr>
                        <a:buNone/>
                      </a:pPr>
                      <a:r>
                        <a:rPr lang="es-AR" dirty="0"/>
                        <a:t>Asia Oriental</a:t>
                      </a:r>
                    </a:p>
                  </a:txBody>
                  <a:tcPr anchor="ctr">
                    <a:solidFill>
                      <a:schemeClr val="accent2">
                        <a:lumMod val="60000"/>
                        <a:lumOff val="40000"/>
                      </a:schemeClr>
                    </a:solidFill>
                  </a:tcPr>
                </a:tc>
                <a:tc>
                  <a:txBody>
                    <a:bodyPr/>
                    <a:lstStyle/>
                    <a:p>
                      <a:pPr algn="ctr"/>
                      <a:r>
                        <a:rPr lang="es-AR" dirty="0"/>
                        <a:t>11.831</a:t>
                      </a:r>
                    </a:p>
                  </a:txBody>
                  <a:tcPr>
                    <a:solidFill>
                      <a:schemeClr val="accent2">
                        <a:lumMod val="60000"/>
                        <a:lumOff val="40000"/>
                      </a:schemeClr>
                    </a:solidFill>
                  </a:tcPr>
                </a:tc>
                <a:tc>
                  <a:txBody>
                    <a:bodyPr/>
                    <a:lstStyle/>
                    <a:p>
                      <a:pPr algn="ctr"/>
                      <a:r>
                        <a:rPr lang="es-AR" dirty="0"/>
                        <a:t>36,0</a:t>
                      </a:r>
                    </a:p>
                  </a:txBody>
                  <a:tcPr>
                    <a:solidFill>
                      <a:schemeClr val="accent2">
                        <a:lumMod val="60000"/>
                        <a:lumOff val="40000"/>
                      </a:schemeClr>
                    </a:solidFill>
                  </a:tcPr>
                </a:tc>
                <a:tc>
                  <a:txBody>
                    <a:bodyPr/>
                    <a:lstStyle/>
                    <a:p>
                      <a:pPr algn="ctr"/>
                      <a:r>
                        <a:rPr lang="es-AR" dirty="0"/>
                        <a:t>15,48</a:t>
                      </a:r>
                    </a:p>
                  </a:txBody>
                  <a:tcPr>
                    <a:solidFill>
                      <a:schemeClr val="accent2">
                        <a:lumMod val="60000"/>
                        <a:lumOff val="40000"/>
                      </a:schemeClr>
                    </a:solidFill>
                  </a:tcPr>
                </a:tc>
                <a:tc>
                  <a:txBody>
                    <a:bodyPr/>
                    <a:lstStyle/>
                    <a:p>
                      <a:pPr algn="ctr"/>
                      <a:r>
                        <a:rPr lang="es-AR" dirty="0"/>
                        <a:t>26,42</a:t>
                      </a:r>
                    </a:p>
                  </a:txBody>
                  <a:tcPr>
                    <a:solidFill>
                      <a:schemeClr val="accent2">
                        <a:lumMod val="60000"/>
                        <a:lumOff val="40000"/>
                      </a:schemeClr>
                    </a:solidFill>
                  </a:tcPr>
                </a:tc>
                <a:extLst>
                  <a:ext uri="{0D108BD9-81ED-4DB2-BD59-A6C34878D82A}">
                    <a16:rowId xmlns:a16="http://schemas.microsoft.com/office/drawing/2014/main" val="235912583"/>
                  </a:ext>
                </a:extLst>
              </a:tr>
              <a:tr h="370840">
                <a:tc>
                  <a:txBody>
                    <a:bodyPr/>
                    <a:lstStyle/>
                    <a:p>
                      <a:pPr>
                        <a:buNone/>
                      </a:pPr>
                      <a:r>
                        <a:rPr lang="es-AR" dirty="0"/>
                        <a:t>Europa</a:t>
                      </a:r>
                    </a:p>
                  </a:txBody>
                  <a:tcPr anchor="ctr">
                    <a:solidFill>
                      <a:schemeClr val="accent2">
                        <a:lumMod val="60000"/>
                        <a:lumOff val="40000"/>
                      </a:schemeClr>
                    </a:solidFill>
                  </a:tcPr>
                </a:tc>
                <a:tc>
                  <a:txBody>
                    <a:bodyPr/>
                    <a:lstStyle/>
                    <a:p>
                      <a:pPr algn="ctr"/>
                      <a:r>
                        <a:rPr lang="es-AR" dirty="0"/>
                        <a:t>33.654</a:t>
                      </a:r>
                    </a:p>
                  </a:txBody>
                  <a:tcPr>
                    <a:solidFill>
                      <a:schemeClr val="accent2">
                        <a:lumMod val="60000"/>
                        <a:lumOff val="40000"/>
                      </a:schemeClr>
                    </a:solidFill>
                  </a:tcPr>
                </a:tc>
                <a:tc>
                  <a:txBody>
                    <a:bodyPr/>
                    <a:lstStyle/>
                    <a:p>
                      <a:pPr algn="ctr"/>
                      <a:r>
                        <a:rPr lang="es-AR" dirty="0"/>
                        <a:t>32,83</a:t>
                      </a:r>
                    </a:p>
                  </a:txBody>
                  <a:tcPr>
                    <a:solidFill>
                      <a:schemeClr val="accent2">
                        <a:lumMod val="60000"/>
                        <a:lumOff val="40000"/>
                      </a:schemeClr>
                    </a:solidFill>
                  </a:tcPr>
                </a:tc>
                <a:tc>
                  <a:txBody>
                    <a:bodyPr/>
                    <a:lstStyle/>
                    <a:p>
                      <a:pPr algn="ctr"/>
                      <a:r>
                        <a:rPr lang="es-AR" dirty="0"/>
                        <a:t>16,88</a:t>
                      </a:r>
                    </a:p>
                  </a:txBody>
                  <a:tcPr>
                    <a:solidFill>
                      <a:schemeClr val="accent2">
                        <a:lumMod val="60000"/>
                        <a:lumOff val="40000"/>
                      </a:schemeClr>
                    </a:solidFill>
                  </a:tcPr>
                </a:tc>
                <a:tc>
                  <a:txBody>
                    <a:bodyPr/>
                    <a:lstStyle/>
                    <a:p>
                      <a:pPr algn="ctr"/>
                      <a:r>
                        <a:rPr lang="es-AR" dirty="0"/>
                        <a:t>11,90</a:t>
                      </a:r>
                    </a:p>
                  </a:txBody>
                  <a:tcPr>
                    <a:solidFill>
                      <a:schemeClr val="accent2">
                        <a:lumMod val="60000"/>
                        <a:lumOff val="40000"/>
                      </a:schemeClr>
                    </a:solidFill>
                  </a:tcPr>
                </a:tc>
                <a:extLst>
                  <a:ext uri="{0D108BD9-81ED-4DB2-BD59-A6C34878D82A}">
                    <a16:rowId xmlns:a16="http://schemas.microsoft.com/office/drawing/2014/main" val="1044106278"/>
                  </a:ext>
                </a:extLst>
              </a:tr>
              <a:tr h="370840">
                <a:tc>
                  <a:txBody>
                    <a:bodyPr/>
                    <a:lstStyle/>
                    <a:p>
                      <a:pPr>
                        <a:buNone/>
                      </a:pPr>
                      <a:r>
                        <a:rPr lang="es-AR" dirty="0"/>
                        <a:t>Medio Oriente y Norte de África</a:t>
                      </a:r>
                    </a:p>
                  </a:txBody>
                  <a:tcPr anchor="ctr">
                    <a:solidFill>
                      <a:schemeClr val="accent2">
                        <a:lumMod val="60000"/>
                        <a:lumOff val="40000"/>
                      </a:schemeClr>
                    </a:solidFill>
                  </a:tcPr>
                </a:tc>
                <a:tc>
                  <a:txBody>
                    <a:bodyPr/>
                    <a:lstStyle/>
                    <a:p>
                      <a:pPr algn="ctr"/>
                      <a:r>
                        <a:rPr lang="es-AR" dirty="0"/>
                        <a:t>17.337</a:t>
                      </a:r>
                    </a:p>
                  </a:txBody>
                  <a:tcPr>
                    <a:solidFill>
                      <a:schemeClr val="accent2">
                        <a:lumMod val="60000"/>
                        <a:lumOff val="40000"/>
                      </a:schemeClr>
                    </a:solidFill>
                  </a:tcPr>
                </a:tc>
                <a:tc>
                  <a:txBody>
                    <a:bodyPr/>
                    <a:lstStyle/>
                    <a:p>
                      <a:pPr algn="ctr"/>
                      <a:r>
                        <a:rPr lang="es-AR" dirty="0"/>
                        <a:t>33,87</a:t>
                      </a:r>
                    </a:p>
                  </a:txBody>
                  <a:tcPr>
                    <a:solidFill>
                      <a:schemeClr val="accent2">
                        <a:lumMod val="60000"/>
                        <a:lumOff val="40000"/>
                      </a:schemeClr>
                    </a:solidFill>
                  </a:tcPr>
                </a:tc>
                <a:tc>
                  <a:txBody>
                    <a:bodyPr/>
                    <a:lstStyle/>
                    <a:p>
                      <a:pPr algn="ctr"/>
                      <a:r>
                        <a:rPr lang="es-AR" dirty="0"/>
                        <a:t>14,01</a:t>
                      </a:r>
                    </a:p>
                  </a:txBody>
                  <a:tcPr>
                    <a:solidFill>
                      <a:schemeClr val="accent2">
                        <a:lumMod val="60000"/>
                        <a:lumOff val="40000"/>
                      </a:schemeClr>
                    </a:solidFill>
                  </a:tcPr>
                </a:tc>
                <a:tc>
                  <a:txBody>
                    <a:bodyPr/>
                    <a:lstStyle/>
                    <a:p>
                      <a:pPr algn="ctr"/>
                      <a:r>
                        <a:rPr lang="es-AR" dirty="0"/>
                        <a:t>16,80</a:t>
                      </a:r>
                    </a:p>
                  </a:txBody>
                  <a:tcPr>
                    <a:solidFill>
                      <a:schemeClr val="accent2">
                        <a:lumMod val="60000"/>
                        <a:lumOff val="40000"/>
                      </a:schemeClr>
                    </a:solidFill>
                  </a:tcPr>
                </a:tc>
                <a:extLst>
                  <a:ext uri="{0D108BD9-81ED-4DB2-BD59-A6C34878D82A}">
                    <a16:rowId xmlns:a16="http://schemas.microsoft.com/office/drawing/2014/main" val="3071677198"/>
                  </a:ext>
                </a:extLst>
              </a:tr>
            </a:tbl>
          </a:graphicData>
        </a:graphic>
      </p:graphicFrame>
    </p:spTree>
    <p:extLst>
      <p:ext uri="{BB962C8B-B14F-4D97-AF65-F5344CB8AC3E}">
        <p14:creationId xmlns:p14="http://schemas.microsoft.com/office/powerpoint/2010/main" val="3276128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8FC59-389A-737A-35EF-7CA479AFB4B8}"/>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48400C3B-3CF4-5459-7B60-F2CD4D6FB7DC}"/>
              </a:ext>
            </a:extLst>
          </p:cNvPr>
          <p:cNvSpPr>
            <a:spLocks noGrp="1"/>
          </p:cNvSpPr>
          <p:nvPr>
            <p:ph type="title"/>
          </p:nvPr>
        </p:nvSpPr>
        <p:spPr/>
        <p:txBody>
          <a:bodyPr rtlCol="0"/>
          <a:lstStyle/>
          <a:p>
            <a:r>
              <a:rPr lang="es-AR" dirty="0">
                <a:latin typeface="Amasis MT Pro Medium" panose="02040604050005020304" pitchFamily="18" charset="0"/>
              </a:rPr>
              <a:t>Comparación entre regiones</a:t>
            </a:r>
            <a:endParaRPr lang="es-ES" dirty="0">
              <a:latin typeface="Amasis MT Pro Medium" panose="02040604050005020304" pitchFamily="18" charset="0"/>
            </a:endParaRPr>
          </a:p>
        </p:txBody>
      </p:sp>
      <p:sp>
        <p:nvSpPr>
          <p:cNvPr id="2" name="Marcador de texto 1">
            <a:extLst>
              <a:ext uri="{FF2B5EF4-FFF2-40B4-BE49-F238E27FC236}">
                <a16:creationId xmlns:a16="http://schemas.microsoft.com/office/drawing/2014/main" id="{35B6D0C6-28BE-41A7-E6A7-2261D8C0A801}"/>
              </a:ext>
            </a:extLst>
          </p:cNvPr>
          <p:cNvSpPr>
            <a:spLocks noGrp="1"/>
          </p:cNvSpPr>
          <p:nvPr>
            <p:ph type="body" sz="quarter" idx="10"/>
          </p:nvPr>
        </p:nvSpPr>
        <p:spPr/>
        <p:txBody>
          <a:bodyPr rtlCol="0"/>
          <a:lstStyle/>
          <a:p>
            <a:r>
              <a:rPr lang="es-AR" sz="2000" b="1" dirty="0"/>
              <a:t>Hallazgos principales</a:t>
            </a:r>
          </a:p>
          <a:p>
            <a:pPr marL="342900" indent="-342900">
              <a:buFont typeface="Arial" panose="020B0604020202020204" pitchFamily="34" charset="0"/>
              <a:buChar char="•"/>
            </a:pPr>
            <a:r>
              <a:rPr lang="es-AR" sz="2000" dirty="0"/>
              <a:t>Europa presenta el mayor PIB per cápita promedio</a:t>
            </a:r>
          </a:p>
          <a:p>
            <a:pPr marL="342900" indent="-342900">
              <a:buFont typeface="Arial" panose="020B0604020202020204" pitchFamily="34" charset="0"/>
              <a:buChar char="•"/>
            </a:pPr>
            <a:r>
              <a:rPr lang="es-AR" sz="2000" dirty="0"/>
              <a:t>África registra los menores niveles de ingreso y educación</a:t>
            </a:r>
          </a:p>
          <a:p>
            <a:pPr marL="342900" indent="-342900">
              <a:buFont typeface="Arial" panose="020B0604020202020204" pitchFamily="34" charset="0"/>
              <a:buChar char="•"/>
            </a:pPr>
            <a:r>
              <a:rPr lang="es-AR" sz="2000" dirty="0"/>
              <a:t>América Latina exhibe los mayores niveles de desigualdad</a:t>
            </a:r>
          </a:p>
          <a:p>
            <a:pPr marL="342900" indent="-342900">
              <a:buFont typeface="Arial" panose="020B0604020202020204" pitchFamily="34" charset="0"/>
              <a:buChar char="•"/>
            </a:pPr>
            <a:r>
              <a:rPr lang="es-AR" sz="2000" dirty="0"/>
              <a:t>Asia y Medio Oriente muestran resultados intermedios</a:t>
            </a:r>
          </a:p>
          <a:p>
            <a:endParaRPr lang="es-AR" sz="2000" dirty="0"/>
          </a:p>
          <a:p>
            <a:r>
              <a:rPr lang="es-AR" sz="2000" b="1" dirty="0">
                <a:latin typeface="Amasis MT Pro Medium" panose="02040604050005020304" pitchFamily="18" charset="0"/>
              </a:rPr>
              <a:t>Conclusión: </a:t>
            </a:r>
            <a:r>
              <a:rPr lang="es-AR" sz="2000" dirty="0"/>
              <a:t>Las diferencias regionales sugieren patrones estructurales persistentes en el desarrollo económico</a:t>
            </a:r>
          </a:p>
          <a:p>
            <a:endParaRPr lang="es-AR" sz="2000" dirty="0"/>
          </a:p>
          <a:p>
            <a:pPr marL="457200" indent="-457200">
              <a:lnSpc>
                <a:spcPct val="110000"/>
              </a:lnSpc>
              <a:buFont typeface="Arial" panose="020B0604020202020204" pitchFamily="34" charset="0"/>
              <a:buChar char="•"/>
            </a:pPr>
            <a:endParaRPr lang="es-ES" sz="2000" dirty="0">
              <a:cs typeface="Calibri"/>
            </a:endParaRPr>
          </a:p>
        </p:txBody>
      </p:sp>
      <p:sp>
        <p:nvSpPr>
          <p:cNvPr id="4" name="Marcador de fecha 3">
            <a:extLst>
              <a:ext uri="{FF2B5EF4-FFF2-40B4-BE49-F238E27FC236}">
                <a16:creationId xmlns:a16="http://schemas.microsoft.com/office/drawing/2014/main" id="{2F9DF16E-A2B6-F094-C203-A8DC475CE68C}"/>
              </a:ext>
            </a:extLst>
          </p:cNvPr>
          <p:cNvSpPr>
            <a:spLocks noGrp="1"/>
          </p:cNvSpPr>
          <p:nvPr>
            <p:ph type="dt" sz="half" idx="11"/>
          </p:nvPr>
        </p:nvSpPr>
        <p:spPr>
          <a:xfrm>
            <a:off x="9830818" y="6292334"/>
            <a:ext cx="1522982" cy="182880"/>
          </a:xfrm>
        </p:spPr>
        <p:txBody>
          <a:bodyPr rtlCol="0"/>
          <a:lstStyle/>
          <a:p>
            <a:pPr rtl="0"/>
            <a:r>
              <a:rPr lang="es-ES" sz="1100" dirty="0"/>
              <a:t>   </a:t>
            </a:r>
          </a:p>
        </p:txBody>
      </p:sp>
      <p:sp>
        <p:nvSpPr>
          <p:cNvPr id="6" name="Marcador de número de diapositiva 5">
            <a:extLst>
              <a:ext uri="{FF2B5EF4-FFF2-40B4-BE49-F238E27FC236}">
                <a16:creationId xmlns:a16="http://schemas.microsoft.com/office/drawing/2014/main" id="{E1768E60-662D-CD5A-9251-D9D1DFF70349}"/>
              </a:ext>
            </a:extLst>
          </p:cNvPr>
          <p:cNvSpPr>
            <a:spLocks noGrp="1"/>
          </p:cNvSpPr>
          <p:nvPr>
            <p:ph type="sldNum" sz="quarter" idx="13"/>
          </p:nvPr>
        </p:nvSpPr>
        <p:spPr>
          <a:xfrm>
            <a:off x="11493500" y="6292334"/>
            <a:ext cx="412750" cy="182880"/>
          </a:xfrm>
        </p:spPr>
        <p:txBody>
          <a:bodyPr rtlCol="0"/>
          <a:lstStyle/>
          <a:p>
            <a:pPr rtl="0"/>
            <a:fld id="{7782931A-7D25-4B4B-9464-57AE418934A3}" type="slidenum">
              <a:rPr lang="es-ES" sz="1100" smtClean="0"/>
              <a:pPr rtl="0"/>
              <a:t>10</a:t>
            </a:fld>
            <a:endParaRPr lang="es-ES" sz="1100"/>
          </a:p>
        </p:txBody>
      </p:sp>
    </p:spTree>
    <p:extLst>
      <p:ext uri="{BB962C8B-B14F-4D97-AF65-F5344CB8AC3E}">
        <p14:creationId xmlns:p14="http://schemas.microsoft.com/office/powerpoint/2010/main" val="29120407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A1521-07AF-7ADC-2D69-A251F3016686}"/>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5DFCCB71-6DC4-A2B2-8E28-E22441E8907D}"/>
              </a:ext>
            </a:extLst>
          </p:cNvPr>
          <p:cNvSpPr>
            <a:spLocks noGrp="1"/>
          </p:cNvSpPr>
          <p:nvPr>
            <p:ph type="body" sz="quarter" idx="10"/>
          </p:nvPr>
        </p:nvSpPr>
        <p:spPr/>
        <p:txBody>
          <a:bodyPr rtlCol="0">
            <a:normAutofit/>
          </a:bodyPr>
          <a:lstStyle/>
          <a:p>
            <a:endParaRPr lang="es-AR" dirty="0"/>
          </a:p>
          <a:p>
            <a:endParaRPr lang="es-ES" dirty="0"/>
          </a:p>
        </p:txBody>
      </p:sp>
      <p:sp>
        <p:nvSpPr>
          <p:cNvPr id="3" name="Título 2">
            <a:extLst>
              <a:ext uri="{FF2B5EF4-FFF2-40B4-BE49-F238E27FC236}">
                <a16:creationId xmlns:a16="http://schemas.microsoft.com/office/drawing/2014/main" id="{D493353E-20CA-802B-D937-51F7E572B224}"/>
              </a:ext>
            </a:extLst>
          </p:cNvPr>
          <p:cNvSpPr>
            <a:spLocks noGrp="1"/>
          </p:cNvSpPr>
          <p:nvPr>
            <p:ph type="title"/>
          </p:nvPr>
        </p:nvSpPr>
        <p:spPr>
          <a:xfrm>
            <a:off x="926961" y="334130"/>
            <a:ext cx="7810500" cy="645284"/>
          </a:xfrm>
        </p:spPr>
        <p:txBody>
          <a:bodyPr rtlCol="0" anchor="b">
            <a:normAutofit/>
          </a:bodyPr>
          <a:lstStyle/>
          <a:p>
            <a:r>
              <a:rPr lang="es-AR" sz="3600" dirty="0">
                <a:latin typeface="Amasis MT Pro Medium" panose="02040604050005020304" pitchFamily="18" charset="0"/>
              </a:rPr>
              <a:t>Desigualdad y desarrollo económico</a:t>
            </a:r>
            <a:endParaRPr lang="es-ES" sz="3600" dirty="0"/>
          </a:p>
        </p:txBody>
      </p:sp>
      <p:sp>
        <p:nvSpPr>
          <p:cNvPr id="4" name="Marcador de fecha 3">
            <a:extLst>
              <a:ext uri="{FF2B5EF4-FFF2-40B4-BE49-F238E27FC236}">
                <a16:creationId xmlns:a16="http://schemas.microsoft.com/office/drawing/2014/main" id="{7B8BD8C7-C3D2-7CD1-D2F4-B527E8B44492}"/>
              </a:ext>
            </a:extLst>
          </p:cNvPr>
          <p:cNvSpPr>
            <a:spLocks noGrp="1"/>
          </p:cNvSpPr>
          <p:nvPr>
            <p:ph type="dt" sz="half" idx="11"/>
          </p:nvPr>
        </p:nvSpPr>
        <p:spPr/>
        <p:txBody>
          <a:bodyPr rtlCol="0" anchor="ctr">
            <a:normAutofit fontScale="55000" lnSpcReduction="20000"/>
          </a:bodyPr>
          <a:lstStyle/>
          <a:p>
            <a:r>
              <a:rPr lang="es-ES"/>
              <a:t>   </a:t>
            </a:r>
          </a:p>
        </p:txBody>
      </p:sp>
      <p:sp>
        <p:nvSpPr>
          <p:cNvPr id="15" name="Footer Placeholder 4">
            <a:extLst>
              <a:ext uri="{FF2B5EF4-FFF2-40B4-BE49-F238E27FC236}">
                <a16:creationId xmlns:a16="http://schemas.microsoft.com/office/drawing/2014/main" id="{D2578055-AFC1-DC63-4FAD-907215CC3482}"/>
              </a:ext>
            </a:extLst>
          </p:cNvPr>
          <p:cNvSpPr>
            <a:spLocks noGrp="1"/>
          </p:cNvSpPr>
          <p:nvPr>
            <p:ph type="ftr" sz="quarter" idx="12"/>
          </p:nvPr>
        </p:nvSpPr>
        <p:spPr/>
        <p:txBody>
          <a:bodyPr/>
          <a:lstStyle/>
          <a:p>
            <a:r>
              <a:rPr lang="es-ES" dirty="0"/>
              <a:t>   </a:t>
            </a:r>
            <a:endParaRPr lang="es-ES" noProof="0" dirty="0"/>
          </a:p>
        </p:txBody>
      </p:sp>
      <p:sp>
        <p:nvSpPr>
          <p:cNvPr id="6" name="Marcador de número de diapositiva 5">
            <a:extLst>
              <a:ext uri="{FF2B5EF4-FFF2-40B4-BE49-F238E27FC236}">
                <a16:creationId xmlns:a16="http://schemas.microsoft.com/office/drawing/2014/main" id="{EF1CEE28-5439-4A57-0425-B1E171A3B255}"/>
              </a:ext>
            </a:extLst>
          </p:cNvPr>
          <p:cNvSpPr>
            <a:spLocks noGrp="1"/>
          </p:cNvSpPr>
          <p:nvPr>
            <p:ph type="sldNum" sz="quarter" idx="13"/>
          </p:nvPr>
        </p:nvSpPr>
        <p:spPr/>
        <p:txBody>
          <a:bodyPr rtlCol="0" anchor="ctr">
            <a:normAutofit fontScale="55000" lnSpcReduction="20000"/>
          </a:bodyPr>
          <a:lstStyle/>
          <a:p>
            <a:fld id="{7782931A-7D25-4B4B-9464-57AE418934A3}" type="slidenum">
              <a:rPr lang="es-ES" smtClean="0"/>
              <a:pPr/>
              <a:t>11</a:t>
            </a:fld>
            <a:endParaRPr lang="es-ES"/>
          </a:p>
        </p:txBody>
      </p:sp>
      <p:cxnSp>
        <p:nvCxnSpPr>
          <p:cNvPr id="24" name="Conector recto 23">
            <a:extLst>
              <a:ext uri="{FF2B5EF4-FFF2-40B4-BE49-F238E27FC236}">
                <a16:creationId xmlns:a16="http://schemas.microsoft.com/office/drawing/2014/main" id="{2213097F-AFA2-F267-A4B0-2FFFD4BCAB41}"/>
              </a:ext>
            </a:extLst>
          </p:cNvPr>
          <p:cNvCxnSpPr>
            <a:cxnSpLocks/>
          </p:cNvCxnSpPr>
          <p:nvPr/>
        </p:nvCxnSpPr>
        <p:spPr>
          <a:xfrm>
            <a:off x="1028700" y="1848465"/>
            <a:ext cx="10012926" cy="226141"/>
          </a:xfrm>
          <a:prstGeom prst="line">
            <a:avLst/>
          </a:prstGeom>
        </p:spPr>
        <p:style>
          <a:lnRef idx="1">
            <a:schemeClr val="accent1"/>
          </a:lnRef>
          <a:fillRef idx="0">
            <a:schemeClr val="accent1"/>
          </a:fillRef>
          <a:effectRef idx="0">
            <a:schemeClr val="accent1"/>
          </a:effectRef>
          <a:fontRef idx="minor">
            <a:schemeClr val="tx1"/>
          </a:fontRef>
        </p:style>
      </p:cxnSp>
      <p:sp>
        <p:nvSpPr>
          <p:cNvPr id="26" name="Rectángulo 25">
            <a:extLst>
              <a:ext uri="{FF2B5EF4-FFF2-40B4-BE49-F238E27FC236}">
                <a16:creationId xmlns:a16="http://schemas.microsoft.com/office/drawing/2014/main" id="{6F22072D-01CC-2471-5EBC-4711F6C4FAA1}"/>
              </a:ext>
            </a:extLst>
          </p:cNvPr>
          <p:cNvSpPr/>
          <p:nvPr/>
        </p:nvSpPr>
        <p:spPr>
          <a:xfrm>
            <a:off x="926961" y="1630037"/>
            <a:ext cx="10236339" cy="452967"/>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AR"/>
          </a:p>
        </p:txBody>
      </p:sp>
      <p:pic>
        <p:nvPicPr>
          <p:cNvPr id="14" name="Imagen 13">
            <a:extLst>
              <a:ext uri="{FF2B5EF4-FFF2-40B4-BE49-F238E27FC236}">
                <a16:creationId xmlns:a16="http://schemas.microsoft.com/office/drawing/2014/main" id="{909940D9-3F7E-3983-AFA6-5AB26FAFBD7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23900" y="1214010"/>
            <a:ext cx="9829800" cy="4429980"/>
          </a:xfrm>
          <a:prstGeom prst="rect">
            <a:avLst/>
          </a:prstGeom>
        </p:spPr>
      </p:pic>
    </p:spTree>
    <p:extLst>
      <p:ext uri="{BB962C8B-B14F-4D97-AF65-F5344CB8AC3E}">
        <p14:creationId xmlns:p14="http://schemas.microsoft.com/office/powerpoint/2010/main" val="19275200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579D5-92D9-5659-76BA-876E385336BB}"/>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CBE7701D-EFCC-7BA3-D8A0-2C229354BFEA}"/>
              </a:ext>
            </a:extLst>
          </p:cNvPr>
          <p:cNvSpPr>
            <a:spLocks noGrp="1"/>
          </p:cNvSpPr>
          <p:nvPr>
            <p:ph type="title"/>
          </p:nvPr>
        </p:nvSpPr>
        <p:spPr/>
        <p:txBody>
          <a:bodyPr rtlCol="0"/>
          <a:lstStyle/>
          <a:p>
            <a:r>
              <a:rPr lang="es-AR" dirty="0">
                <a:latin typeface="Amasis MT Pro Medium" panose="02040604050005020304" pitchFamily="18" charset="0"/>
              </a:rPr>
              <a:t>Desigualdad y desarrollo económico</a:t>
            </a:r>
          </a:p>
        </p:txBody>
      </p:sp>
      <p:sp>
        <p:nvSpPr>
          <p:cNvPr id="2" name="Marcador de texto 1">
            <a:extLst>
              <a:ext uri="{FF2B5EF4-FFF2-40B4-BE49-F238E27FC236}">
                <a16:creationId xmlns:a16="http://schemas.microsoft.com/office/drawing/2014/main" id="{B707658A-9738-D6EE-B31E-F8A758659D82}"/>
              </a:ext>
            </a:extLst>
          </p:cNvPr>
          <p:cNvSpPr>
            <a:spLocks noGrp="1"/>
          </p:cNvSpPr>
          <p:nvPr>
            <p:ph type="body" sz="quarter" idx="10"/>
          </p:nvPr>
        </p:nvSpPr>
        <p:spPr/>
        <p:txBody>
          <a:bodyPr rtlCol="0"/>
          <a:lstStyle/>
          <a:p>
            <a:r>
              <a:rPr lang="es-AR" dirty="0"/>
              <a:t>Se observa una asociación negativa entre desigualdad e ingreso por habitante. En términos generales, los países más desiguales tienden a registrar menores niveles de PIB per cápita.</a:t>
            </a:r>
          </a:p>
          <a:p>
            <a:r>
              <a:rPr lang="es-AR" dirty="0"/>
              <a:t>No obstante, la dispersión observada indica que otros factores también influyen sobre el desarrollo económico</a:t>
            </a:r>
          </a:p>
          <a:p>
            <a:endParaRPr lang="es-AR" sz="2000" dirty="0"/>
          </a:p>
          <a:p>
            <a:pPr marL="457200" indent="-457200">
              <a:lnSpc>
                <a:spcPct val="110000"/>
              </a:lnSpc>
              <a:buFont typeface="Arial" panose="020B0604020202020204" pitchFamily="34" charset="0"/>
              <a:buChar char="•"/>
            </a:pPr>
            <a:endParaRPr lang="es-ES" sz="2000" dirty="0">
              <a:cs typeface="Calibri"/>
            </a:endParaRPr>
          </a:p>
        </p:txBody>
      </p:sp>
      <p:sp>
        <p:nvSpPr>
          <p:cNvPr id="4" name="Marcador de fecha 3">
            <a:extLst>
              <a:ext uri="{FF2B5EF4-FFF2-40B4-BE49-F238E27FC236}">
                <a16:creationId xmlns:a16="http://schemas.microsoft.com/office/drawing/2014/main" id="{A92472F7-33B1-6655-DC19-DD09508CD522}"/>
              </a:ext>
            </a:extLst>
          </p:cNvPr>
          <p:cNvSpPr>
            <a:spLocks noGrp="1"/>
          </p:cNvSpPr>
          <p:nvPr>
            <p:ph type="dt" sz="half" idx="11"/>
          </p:nvPr>
        </p:nvSpPr>
        <p:spPr>
          <a:xfrm>
            <a:off x="9830818" y="6292334"/>
            <a:ext cx="1522982" cy="182880"/>
          </a:xfrm>
        </p:spPr>
        <p:txBody>
          <a:bodyPr rtlCol="0"/>
          <a:lstStyle/>
          <a:p>
            <a:pPr rtl="0"/>
            <a:r>
              <a:rPr lang="es-ES" sz="1100" dirty="0"/>
              <a:t>   </a:t>
            </a:r>
          </a:p>
        </p:txBody>
      </p:sp>
      <p:sp>
        <p:nvSpPr>
          <p:cNvPr id="6" name="Marcador de número de diapositiva 5">
            <a:extLst>
              <a:ext uri="{FF2B5EF4-FFF2-40B4-BE49-F238E27FC236}">
                <a16:creationId xmlns:a16="http://schemas.microsoft.com/office/drawing/2014/main" id="{F84FA97A-B7A0-263F-2B22-456083170AF9}"/>
              </a:ext>
            </a:extLst>
          </p:cNvPr>
          <p:cNvSpPr>
            <a:spLocks noGrp="1"/>
          </p:cNvSpPr>
          <p:nvPr>
            <p:ph type="sldNum" sz="quarter" idx="13"/>
          </p:nvPr>
        </p:nvSpPr>
        <p:spPr>
          <a:xfrm>
            <a:off x="11493500" y="6292334"/>
            <a:ext cx="412750" cy="182880"/>
          </a:xfrm>
        </p:spPr>
        <p:txBody>
          <a:bodyPr rtlCol="0"/>
          <a:lstStyle/>
          <a:p>
            <a:pPr rtl="0"/>
            <a:fld id="{7782931A-7D25-4B4B-9464-57AE418934A3}" type="slidenum">
              <a:rPr lang="es-ES" sz="1100" smtClean="0"/>
              <a:pPr rtl="0"/>
              <a:t>12</a:t>
            </a:fld>
            <a:endParaRPr lang="es-ES" sz="1100"/>
          </a:p>
        </p:txBody>
      </p:sp>
    </p:spTree>
    <p:extLst>
      <p:ext uri="{BB962C8B-B14F-4D97-AF65-F5344CB8AC3E}">
        <p14:creationId xmlns:p14="http://schemas.microsoft.com/office/powerpoint/2010/main" val="3989315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75EE7-C438-B887-60A3-FA3590C4BE9D}"/>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5162B50E-DA6C-68C7-A316-4DEFDDB3F80F}"/>
              </a:ext>
            </a:extLst>
          </p:cNvPr>
          <p:cNvSpPr>
            <a:spLocks noGrp="1"/>
          </p:cNvSpPr>
          <p:nvPr>
            <p:ph type="body" sz="quarter" idx="10"/>
          </p:nvPr>
        </p:nvSpPr>
        <p:spPr/>
        <p:txBody>
          <a:bodyPr rtlCol="0">
            <a:normAutofit/>
          </a:bodyPr>
          <a:lstStyle/>
          <a:p>
            <a:endParaRPr lang="es-AR" dirty="0"/>
          </a:p>
          <a:p>
            <a:endParaRPr lang="es-ES" dirty="0"/>
          </a:p>
        </p:txBody>
      </p:sp>
      <p:sp>
        <p:nvSpPr>
          <p:cNvPr id="3" name="Título 2">
            <a:extLst>
              <a:ext uri="{FF2B5EF4-FFF2-40B4-BE49-F238E27FC236}">
                <a16:creationId xmlns:a16="http://schemas.microsoft.com/office/drawing/2014/main" id="{EA88F19B-4389-4B90-7B86-80473503DCB9}"/>
              </a:ext>
            </a:extLst>
          </p:cNvPr>
          <p:cNvSpPr>
            <a:spLocks noGrp="1"/>
          </p:cNvSpPr>
          <p:nvPr>
            <p:ph type="title"/>
          </p:nvPr>
        </p:nvSpPr>
        <p:spPr>
          <a:xfrm>
            <a:off x="926961" y="334130"/>
            <a:ext cx="7810500" cy="645284"/>
          </a:xfrm>
        </p:spPr>
        <p:txBody>
          <a:bodyPr rtlCol="0" anchor="b">
            <a:normAutofit/>
          </a:bodyPr>
          <a:lstStyle/>
          <a:p>
            <a:r>
              <a:rPr lang="es-AR" sz="3600" dirty="0">
                <a:latin typeface="Amasis MT Pro Medium" panose="02040604050005020304" pitchFamily="18" charset="0"/>
              </a:rPr>
              <a:t>Educación y desarrollo económico</a:t>
            </a:r>
            <a:endParaRPr lang="es-ES" sz="3600" dirty="0"/>
          </a:p>
        </p:txBody>
      </p:sp>
      <p:sp>
        <p:nvSpPr>
          <p:cNvPr id="4" name="Marcador de fecha 3">
            <a:extLst>
              <a:ext uri="{FF2B5EF4-FFF2-40B4-BE49-F238E27FC236}">
                <a16:creationId xmlns:a16="http://schemas.microsoft.com/office/drawing/2014/main" id="{E386DB07-133D-58ED-285D-83B166A5945C}"/>
              </a:ext>
            </a:extLst>
          </p:cNvPr>
          <p:cNvSpPr>
            <a:spLocks noGrp="1"/>
          </p:cNvSpPr>
          <p:nvPr>
            <p:ph type="dt" sz="half" idx="11"/>
          </p:nvPr>
        </p:nvSpPr>
        <p:spPr/>
        <p:txBody>
          <a:bodyPr rtlCol="0" anchor="ctr">
            <a:normAutofit fontScale="55000" lnSpcReduction="20000"/>
          </a:bodyPr>
          <a:lstStyle/>
          <a:p>
            <a:r>
              <a:rPr lang="es-ES"/>
              <a:t>   </a:t>
            </a:r>
          </a:p>
        </p:txBody>
      </p:sp>
      <p:sp>
        <p:nvSpPr>
          <p:cNvPr id="15" name="Footer Placeholder 4">
            <a:extLst>
              <a:ext uri="{FF2B5EF4-FFF2-40B4-BE49-F238E27FC236}">
                <a16:creationId xmlns:a16="http://schemas.microsoft.com/office/drawing/2014/main" id="{AA27D9EF-0CE1-034D-55BE-8E25A4758B6D}"/>
              </a:ext>
            </a:extLst>
          </p:cNvPr>
          <p:cNvSpPr>
            <a:spLocks noGrp="1"/>
          </p:cNvSpPr>
          <p:nvPr>
            <p:ph type="ftr" sz="quarter" idx="12"/>
          </p:nvPr>
        </p:nvSpPr>
        <p:spPr/>
        <p:txBody>
          <a:bodyPr/>
          <a:lstStyle/>
          <a:p>
            <a:r>
              <a:rPr lang="es-ES" dirty="0"/>
              <a:t>   </a:t>
            </a:r>
            <a:endParaRPr lang="es-ES" noProof="0" dirty="0"/>
          </a:p>
        </p:txBody>
      </p:sp>
      <p:sp>
        <p:nvSpPr>
          <p:cNvPr id="6" name="Marcador de número de diapositiva 5">
            <a:extLst>
              <a:ext uri="{FF2B5EF4-FFF2-40B4-BE49-F238E27FC236}">
                <a16:creationId xmlns:a16="http://schemas.microsoft.com/office/drawing/2014/main" id="{5D59B401-6880-B3E9-B01A-D694B729151C}"/>
              </a:ext>
            </a:extLst>
          </p:cNvPr>
          <p:cNvSpPr>
            <a:spLocks noGrp="1"/>
          </p:cNvSpPr>
          <p:nvPr>
            <p:ph type="sldNum" sz="quarter" idx="13"/>
          </p:nvPr>
        </p:nvSpPr>
        <p:spPr/>
        <p:txBody>
          <a:bodyPr rtlCol="0" anchor="ctr">
            <a:normAutofit fontScale="55000" lnSpcReduction="20000"/>
          </a:bodyPr>
          <a:lstStyle/>
          <a:p>
            <a:fld id="{7782931A-7D25-4B4B-9464-57AE418934A3}" type="slidenum">
              <a:rPr lang="es-ES" smtClean="0"/>
              <a:pPr/>
              <a:t>13</a:t>
            </a:fld>
            <a:endParaRPr lang="es-ES"/>
          </a:p>
        </p:txBody>
      </p:sp>
      <p:cxnSp>
        <p:nvCxnSpPr>
          <p:cNvPr id="24" name="Conector recto 23">
            <a:extLst>
              <a:ext uri="{FF2B5EF4-FFF2-40B4-BE49-F238E27FC236}">
                <a16:creationId xmlns:a16="http://schemas.microsoft.com/office/drawing/2014/main" id="{328FCA42-5279-3208-1E12-3B657BCC2363}"/>
              </a:ext>
            </a:extLst>
          </p:cNvPr>
          <p:cNvCxnSpPr>
            <a:cxnSpLocks/>
          </p:cNvCxnSpPr>
          <p:nvPr/>
        </p:nvCxnSpPr>
        <p:spPr>
          <a:xfrm>
            <a:off x="1028700" y="1848465"/>
            <a:ext cx="10012926" cy="226141"/>
          </a:xfrm>
          <a:prstGeom prst="line">
            <a:avLst/>
          </a:prstGeom>
        </p:spPr>
        <p:style>
          <a:lnRef idx="1">
            <a:schemeClr val="accent1"/>
          </a:lnRef>
          <a:fillRef idx="0">
            <a:schemeClr val="accent1"/>
          </a:fillRef>
          <a:effectRef idx="0">
            <a:schemeClr val="accent1"/>
          </a:effectRef>
          <a:fontRef idx="minor">
            <a:schemeClr val="tx1"/>
          </a:fontRef>
        </p:style>
      </p:cxnSp>
      <p:sp>
        <p:nvSpPr>
          <p:cNvPr id="26" name="Rectángulo 25">
            <a:extLst>
              <a:ext uri="{FF2B5EF4-FFF2-40B4-BE49-F238E27FC236}">
                <a16:creationId xmlns:a16="http://schemas.microsoft.com/office/drawing/2014/main" id="{0B874DD3-49BB-7EDA-68B6-A906BA54CD54}"/>
              </a:ext>
            </a:extLst>
          </p:cNvPr>
          <p:cNvSpPr/>
          <p:nvPr/>
        </p:nvSpPr>
        <p:spPr>
          <a:xfrm>
            <a:off x="926961" y="1630037"/>
            <a:ext cx="10236339" cy="452967"/>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AR"/>
          </a:p>
        </p:txBody>
      </p:sp>
      <p:pic>
        <p:nvPicPr>
          <p:cNvPr id="14" name="Imagen 13">
            <a:extLst>
              <a:ext uri="{FF2B5EF4-FFF2-40B4-BE49-F238E27FC236}">
                <a16:creationId xmlns:a16="http://schemas.microsoft.com/office/drawing/2014/main" id="{F8D008FE-9B99-ABAF-B96A-DEAC2D5AF69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415845" y="1214010"/>
            <a:ext cx="8642555" cy="4429980"/>
          </a:xfrm>
          <a:prstGeom prst="rect">
            <a:avLst/>
          </a:prstGeom>
        </p:spPr>
      </p:pic>
    </p:spTree>
    <p:extLst>
      <p:ext uri="{BB962C8B-B14F-4D97-AF65-F5344CB8AC3E}">
        <p14:creationId xmlns:p14="http://schemas.microsoft.com/office/powerpoint/2010/main" val="2975126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768B3-B73B-7DA2-CB73-A1BC345248E5}"/>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D49D3C47-BFEB-6116-EF2D-4135F86867E4}"/>
              </a:ext>
            </a:extLst>
          </p:cNvPr>
          <p:cNvSpPr>
            <a:spLocks noGrp="1"/>
          </p:cNvSpPr>
          <p:nvPr>
            <p:ph type="title"/>
          </p:nvPr>
        </p:nvSpPr>
        <p:spPr/>
        <p:txBody>
          <a:bodyPr rtlCol="0"/>
          <a:lstStyle/>
          <a:p>
            <a:r>
              <a:rPr lang="es-AR" dirty="0">
                <a:latin typeface="Amasis MT Pro Medium" panose="02040604050005020304" pitchFamily="18" charset="0"/>
              </a:rPr>
              <a:t>Educación y desarrollo económico</a:t>
            </a:r>
          </a:p>
        </p:txBody>
      </p:sp>
      <p:sp>
        <p:nvSpPr>
          <p:cNvPr id="2" name="Marcador de texto 1">
            <a:extLst>
              <a:ext uri="{FF2B5EF4-FFF2-40B4-BE49-F238E27FC236}">
                <a16:creationId xmlns:a16="http://schemas.microsoft.com/office/drawing/2014/main" id="{B4F39AD1-A8B9-20BE-7BD7-175BCB0145E0}"/>
              </a:ext>
            </a:extLst>
          </p:cNvPr>
          <p:cNvSpPr>
            <a:spLocks noGrp="1"/>
          </p:cNvSpPr>
          <p:nvPr>
            <p:ph type="body" sz="quarter" idx="10"/>
          </p:nvPr>
        </p:nvSpPr>
        <p:spPr/>
        <p:txBody>
          <a:bodyPr rtlCol="0"/>
          <a:lstStyle/>
          <a:p>
            <a:r>
              <a:rPr lang="es-AR" sz="2400" dirty="0"/>
              <a:t>Los países con mayores niveles educativos tienden a presentar mayores ingresos por habitante. Sin embargo, países con niveles educativos similares muestran diferencias en su PIB per cápita cuando varía su nivel de desigualdad.</a:t>
            </a:r>
          </a:p>
          <a:p>
            <a:r>
              <a:rPr lang="es-AR" sz="2400" dirty="0"/>
              <a:t>Europa concentra los mayores niveles de educación e ingreso, mientras que África registra los menores</a:t>
            </a:r>
          </a:p>
          <a:p>
            <a:endParaRPr lang="es-AR" sz="2000" dirty="0"/>
          </a:p>
          <a:p>
            <a:pPr marL="457200" indent="-457200">
              <a:lnSpc>
                <a:spcPct val="110000"/>
              </a:lnSpc>
              <a:buFont typeface="Arial" panose="020B0604020202020204" pitchFamily="34" charset="0"/>
              <a:buChar char="•"/>
            </a:pPr>
            <a:endParaRPr lang="es-ES" sz="2000" dirty="0">
              <a:cs typeface="Calibri"/>
            </a:endParaRPr>
          </a:p>
        </p:txBody>
      </p:sp>
      <p:sp>
        <p:nvSpPr>
          <p:cNvPr id="4" name="Marcador de fecha 3">
            <a:extLst>
              <a:ext uri="{FF2B5EF4-FFF2-40B4-BE49-F238E27FC236}">
                <a16:creationId xmlns:a16="http://schemas.microsoft.com/office/drawing/2014/main" id="{DEA31691-B958-1F86-3617-AD7C88DFEE9F}"/>
              </a:ext>
            </a:extLst>
          </p:cNvPr>
          <p:cNvSpPr>
            <a:spLocks noGrp="1"/>
          </p:cNvSpPr>
          <p:nvPr>
            <p:ph type="dt" sz="half" idx="11"/>
          </p:nvPr>
        </p:nvSpPr>
        <p:spPr>
          <a:xfrm>
            <a:off x="9830818" y="6292334"/>
            <a:ext cx="1522982" cy="182880"/>
          </a:xfrm>
        </p:spPr>
        <p:txBody>
          <a:bodyPr rtlCol="0"/>
          <a:lstStyle/>
          <a:p>
            <a:pPr rtl="0"/>
            <a:r>
              <a:rPr lang="es-ES" sz="1100" dirty="0"/>
              <a:t>   </a:t>
            </a:r>
          </a:p>
        </p:txBody>
      </p:sp>
      <p:sp>
        <p:nvSpPr>
          <p:cNvPr id="6" name="Marcador de número de diapositiva 5">
            <a:extLst>
              <a:ext uri="{FF2B5EF4-FFF2-40B4-BE49-F238E27FC236}">
                <a16:creationId xmlns:a16="http://schemas.microsoft.com/office/drawing/2014/main" id="{3082FD4B-E9EE-4B3E-EABC-363FD370921B}"/>
              </a:ext>
            </a:extLst>
          </p:cNvPr>
          <p:cNvSpPr>
            <a:spLocks noGrp="1"/>
          </p:cNvSpPr>
          <p:nvPr>
            <p:ph type="sldNum" sz="quarter" idx="13"/>
          </p:nvPr>
        </p:nvSpPr>
        <p:spPr>
          <a:xfrm>
            <a:off x="11493500" y="6292334"/>
            <a:ext cx="412750" cy="182880"/>
          </a:xfrm>
        </p:spPr>
        <p:txBody>
          <a:bodyPr rtlCol="0"/>
          <a:lstStyle/>
          <a:p>
            <a:pPr rtl="0"/>
            <a:fld id="{7782931A-7D25-4B4B-9464-57AE418934A3}" type="slidenum">
              <a:rPr lang="es-ES" sz="1100" smtClean="0"/>
              <a:pPr rtl="0"/>
              <a:t>14</a:t>
            </a:fld>
            <a:endParaRPr lang="es-ES" sz="1100"/>
          </a:p>
        </p:txBody>
      </p:sp>
    </p:spTree>
    <p:extLst>
      <p:ext uri="{BB962C8B-B14F-4D97-AF65-F5344CB8AC3E}">
        <p14:creationId xmlns:p14="http://schemas.microsoft.com/office/powerpoint/2010/main" val="41235221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87D83-621C-6492-E7CA-F2E9CBAE8027}"/>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4018AF73-650D-47E8-06A3-655457E5DB24}"/>
              </a:ext>
            </a:extLst>
          </p:cNvPr>
          <p:cNvSpPr>
            <a:spLocks noGrp="1"/>
          </p:cNvSpPr>
          <p:nvPr>
            <p:ph type="title"/>
          </p:nvPr>
        </p:nvSpPr>
        <p:spPr/>
        <p:txBody>
          <a:bodyPr rtlCol="0"/>
          <a:lstStyle/>
          <a:p>
            <a:r>
              <a:rPr lang="es-AR" dirty="0">
                <a:latin typeface="Amasis MT Pro Medium" panose="02040604050005020304" pitchFamily="18" charset="0"/>
              </a:rPr>
              <a:t>Test t pareado</a:t>
            </a:r>
          </a:p>
        </p:txBody>
      </p:sp>
      <p:sp>
        <p:nvSpPr>
          <p:cNvPr id="2" name="Marcador de texto 1">
            <a:extLst>
              <a:ext uri="{FF2B5EF4-FFF2-40B4-BE49-F238E27FC236}">
                <a16:creationId xmlns:a16="http://schemas.microsoft.com/office/drawing/2014/main" id="{BBE63D16-7856-F6D7-0A6B-29FCDCD9B23B}"/>
              </a:ext>
            </a:extLst>
          </p:cNvPr>
          <p:cNvSpPr>
            <a:spLocks noGrp="1"/>
          </p:cNvSpPr>
          <p:nvPr>
            <p:ph type="body" sz="quarter" idx="10"/>
          </p:nvPr>
        </p:nvSpPr>
        <p:spPr>
          <a:xfrm>
            <a:off x="950043" y="2173380"/>
            <a:ext cx="9383660" cy="2904530"/>
          </a:xfrm>
        </p:spPr>
        <p:txBody>
          <a:bodyPr rtlCol="0"/>
          <a:lstStyle/>
          <a:p>
            <a:r>
              <a:rPr lang="es-AR" sz="1800" b="1" dirty="0">
                <a:latin typeface="Amasis MT Pro Medium" panose="02040604050005020304" pitchFamily="18" charset="0"/>
              </a:rPr>
              <a:t>Objetivo: </a:t>
            </a:r>
            <a:r>
              <a:rPr lang="es-AR" sz="1800" dirty="0"/>
              <a:t>Evaluar si el PIB per cápita promedio difiere significativamente entre 2005 y 2022</a:t>
            </a:r>
          </a:p>
          <a:p>
            <a:r>
              <a:rPr lang="es-AR" sz="1800" b="1" dirty="0">
                <a:latin typeface="Amasis MT Pro Medium" panose="02040604050005020304" pitchFamily="18" charset="0"/>
              </a:rPr>
              <a:t>Hipótesis</a:t>
            </a:r>
          </a:p>
          <a:p>
            <a:r>
              <a:rPr lang="es-AR" sz="1800" dirty="0"/>
              <a:t>H₀: No existen diferencias significativas</a:t>
            </a:r>
          </a:p>
          <a:p>
            <a:r>
              <a:rPr lang="es-AR" sz="1800" dirty="0"/>
              <a:t>H₁: Existen diferencias significativas</a:t>
            </a:r>
          </a:p>
          <a:p>
            <a:r>
              <a:rPr lang="es-AR" sz="1800" b="1" dirty="0">
                <a:latin typeface="Amasis MT Pro Medium" panose="02040604050005020304" pitchFamily="18" charset="0"/>
              </a:rPr>
              <a:t>Conclusión: </a:t>
            </a:r>
            <a:r>
              <a:rPr lang="es-AR" sz="1800" dirty="0"/>
              <a:t>Según el p-valor obtenido, se rechaza la hipótesis nula (H₀). Esto indica que, en promedio, el PIB per cápita de los países analizados aumentó significativamente entre 2005 y 2022. Este resultado aporta evidencia a favor de la hipótesis de que las economías de la muestra experimentaron un proceso de crecimiento económico durante el período analizado</a:t>
            </a:r>
          </a:p>
          <a:p>
            <a:endParaRPr lang="es-AR" sz="2000" dirty="0"/>
          </a:p>
          <a:p>
            <a:pPr marL="457200" indent="-457200">
              <a:lnSpc>
                <a:spcPct val="110000"/>
              </a:lnSpc>
              <a:buFont typeface="Arial" panose="020B0604020202020204" pitchFamily="34" charset="0"/>
              <a:buChar char="•"/>
            </a:pPr>
            <a:endParaRPr lang="es-ES" sz="2000" dirty="0">
              <a:cs typeface="Calibri"/>
            </a:endParaRPr>
          </a:p>
        </p:txBody>
      </p:sp>
      <p:sp>
        <p:nvSpPr>
          <p:cNvPr id="4" name="Marcador de fecha 3">
            <a:extLst>
              <a:ext uri="{FF2B5EF4-FFF2-40B4-BE49-F238E27FC236}">
                <a16:creationId xmlns:a16="http://schemas.microsoft.com/office/drawing/2014/main" id="{3D0D0519-1B89-2CDF-1DB7-506CD91789FA}"/>
              </a:ext>
            </a:extLst>
          </p:cNvPr>
          <p:cNvSpPr>
            <a:spLocks noGrp="1"/>
          </p:cNvSpPr>
          <p:nvPr>
            <p:ph type="dt" sz="half" idx="11"/>
          </p:nvPr>
        </p:nvSpPr>
        <p:spPr>
          <a:xfrm>
            <a:off x="9830818" y="6292334"/>
            <a:ext cx="1522982" cy="182880"/>
          </a:xfrm>
        </p:spPr>
        <p:txBody>
          <a:bodyPr rtlCol="0"/>
          <a:lstStyle/>
          <a:p>
            <a:pPr rtl="0"/>
            <a:r>
              <a:rPr lang="es-ES" sz="1100" dirty="0"/>
              <a:t>   </a:t>
            </a:r>
          </a:p>
        </p:txBody>
      </p:sp>
      <p:sp>
        <p:nvSpPr>
          <p:cNvPr id="6" name="Marcador de número de diapositiva 5">
            <a:extLst>
              <a:ext uri="{FF2B5EF4-FFF2-40B4-BE49-F238E27FC236}">
                <a16:creationId xmlns:a16="http://schemas.microsoft.com/office/drawing/2014/main" id="{D562EBA5-4351-3681-69A6-90D852761CDA}"/>
              </a:ext>
            </a:extLst>
          </p:cNvPr>
          <p:cNvSpPr>
            <a:spLocks noGrp="1"/>
          </p:cNvSpPr>
          <p:nvPr>
            <p:ph type="sldNum" sz="quarter" idx="13"/>
          </p:nvPr>
        </p:nvSpPr>
        <p:spPr>
          <a:xfrm>
            <a:off x="11493500" y="6292334"/>
            <a:ext cx="412750" cy="182880"/>
          </a:xfrm>
        </p:spPr>
        <p:txBody>
          <a:bodyPr rtlCol="0"/>
          <a:lstStyle/>
          <a:p>
            <a:pPr rtl="0"/>
            <a:fld id="{7782931A-7D25-4B4B-9464-57AE418934A3}" type="slidenum">
              <a:rPr lang="es-ES" sz="1100" smtClean="0"/>
              <a:pPr rtl="0"/>
              <a:t>15</a:t>
            </a:fld>
            <a:endParaRPr lang="es-ES" sz="1100"/>
          </a:p>
        </p:txBody>
      </p:sp>
    </p:spTree>
    <p:extLst>
      <p:ext uri="{BB962C8B-B14F-4D97-AF65-F5344CB8AC3E}">
        <p14:creationId xmlns:p14="http://schemas.microsoft.com/office/powerpoint/2010/main" val="4644594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8FD51-338C-6D60-352E-9910CA63438F}"/>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10D16B9D-D13D-FDE8-22CF-79A027A59061}"/>
              </a:ext>
            </a:extLst>
          </p:cNvPr>
          <p:cNvSpPr>
            <a:spLocks noGrp="1"/>
          </p:cNvSpPr>
          <p:nvPr>
            <p:ph type="body" sz="quarter" idx="10"/>
          </p:nvPr>
        </p:nvSpPr>
        <p:spPr/>
        <p:txBody>
          <a:bodyPr rtlCol="0">
            <a:normAutofit/>
          </a:bodyPr>
          <a:lstStyle/>
          <a:p>
            <a:endParaRPr lang="es-AR" dirty="0"/>
          </a:p>
          <a:p>
            <a:endParaRPr lang="es-ES" dirty="0"/>
          </a:p>
        </p:txBody>
      </p:sp>
      <p:sp>
        <p:nvSpPr>
          <p:cNvPr id="3" name="Título 2">
            <a:extLst>
              <a:ext uri="{FF2B5EF4-FFF2-40B4-BE49-F238E27FC236}">
                <a16:creationId xmlns:a16="http://schemas.microsoft.com/office/drawing/2014/main" id="{70240E81-CF42-649B-3C3D-81C9CC10D0C3}"/>
              </a:ext>
            </a:extLst>
          </p:cNvPr>
          <p:cNvSpPr>
            <a:spLocks noGrp="1"/>
          </p:cNvSpPr>
          <p:nvPr>
            <p:ph type="title"/>
          </p:nvPr>
        </p:nvSpPr>
        <p:spPr>
          <a:xfrm>
            <a:off x="926961" y="334130"/>
            <a:ext cx="7810500" cy="645284"/>
          </a:xfrm>
        </p:spPr>
        <p:txBody>
          <a:bodyPr rtlCol="0" anchor="b">
            <a:normAutofit/>
          </a:bodyPr>
          <a:lstStyle/>
          <a:p>
            <a:r>
              <a:rPr lang="es-AR" sz="3600" dirty="0">
                <a:latin typeface="Amasis MT Pro Medium" panose="02040604050005020304" pitchFamily="18" charset="0"/>
              </a:rPr>
              <a:t>Test t pareado</a:t>
            </a:r>
            <a:endParaRPr lang="es-ES" sz="3600" dirty="0"/>
          </a:p>
        </p:txBody>
      </p:sp>
      <p:sp>
        <p:nvSpPr>
          <p:cNvPr id="4" name="Marcador de fecha 3">
            <a:extLst>
              <a:ext uri="{FF2B5EF4-FFF2-40B4-BE49-F238E27FC236}">
                <a16:creationId xmlns:a16="http://schemas.microsoft.com/office/drawing/2014/main" id="{F9B59C46-8717-ECD8-2DD4-C41EAB1F3AD5}"/>
              </a:ext>
            </a:extLst>
          </p:cNvPr>
          <p:cNvSpPr>
            <a:spLocks noGrp="1"/>
          </p:cNvSpPr>
          <p:nvPr>
            <p:ph type="dt" sz="half" idx="11"/>
          </p:nvPr>
        </p:nvSpPr>
        <p:spPr/>
        <p:txBody>
          <a:bodyPr rtlCol="0" anchor="ctr">
            <a:normAutofit fontScale="55000" lnSpcReduction="20000"/>
          </a:bodyPr>
          <a:lstStyle/>
          <a:p>
            <a:r>
              <a:rPr lang="es-ES"/>
              <a:t>   </a:t>
            </a:r>
          </a:p>
        </p:txBody>
      </p:sp>
      <p:sp>
        <p:nvSpPr>
          <p:cNvPr id="15" name="Footer Placeholder 4">
            <a:extLst>
              <a:ext uri="{FF2B5EF4-FFF2-40B4-BE49-F238E27FC236}">
                <a16:creationId xmlns:a16="http://schemas.microsoft.com/office/drawing/2014/main" id="{48364759-822A-EA0D-3297-AD0C19FFAA2C}"/>
              </a:ext>
            </a:extLst>
          </p:cNvPr>
          <p:cNvSpPr>
            <a:spLocks noGrp="1"/>
          </p:cNvSpPr>
          <p:nvPr>
            <p:ph type="ftr" sz="quarter" idx="12"/>
          </p:nvPr>
        </p:nvSpPr>
        <p:spPr/>
        <p:txBody>
          <a:bodyPr/>
          <a:lstStyle/>
          <a:p>
            <a:r>
              <a:rPr lang="es-ES" dirty="0"/>
              <a:t>   </a:t>
            </a:r>
            <a:endParaRPr lang="es-ES" noProof="0" dirty="0"/>
          </a:p>
        </p:txBody>
      </p:sp>
      <p:sp>
        <p:nvSpPr>
          <p:cNvPr id="6" name="Marcador de número de diapositiva 5">
            <a:extLst>
              <a:ext uri="{FF2B5EF4-FFF2-40B4-BE49-F238E27FC236}">
                <a16:creationId xmlns:a16="http://schemas.microsoft.com/office/drawing/2014/main" id="{1075E8B1-F6BA-D7FD-4797-4A0235BF5594}"/>
              </a:ext>
            </a:extLst>
          </p:cNvPr>
          <p:cNvSpPr>
            <a:spLocks noGrp="1"/>
          </p:cNvSpPr>
          <p:nvPr>
            <p:ph type="sldNum" sz="quarter" idx="13"/>
          </p:nvPr>
        </p:nvSpPr>
        <p:spPr/>
        <p:txBody>
          <a:bodyPr rtlCol="0" anchor="ctr">
            <a:normAutofit fontScale="55000" lnSpcReduction="20000"/>
          </a:bodyPr>
          <a:lstStyle/>
          <a:p>
            <a:fld id="{7782931A-7D25-4B4B-9464-57AE418934A3}" type="slidenum">
              <a:rPr lang="es-ES" smtClean="0"/>
              <a:pPr/>
              <a:t>16</a:t>
            </a:fld>
            <a:endParaRPr lang="es-ES"/>
          </a:p>
        </p:txBody>
      </p:sp>
      <p:cxnSp>
        <p:nvCxnSpPr>
          <p:cNvPr id="24" name="Conector recto 23">
            <a:extLst>
              <a:ext uri="{FF2B5EF4-FFF2-40B4-BE49-F238E27FC236}">
                <a16:creationId xmlns:a16="http://schemas.microsoft.com/office/drawing/2014/main" id="{35FF464F-3ECF-8A43-EB97-6F577AA2A32A}"/>
              </a:ext>
            </a:extLst>
          </p:cNvPr>
          <p:cNvCxnSpPr>
            <a:cxnSpLocks/>
          </p:cNvCxnSpPr>
          <p:nvPr/>
        </p:nvCxnSpPr>
        <p:spPr>
          <a:xfrm>
            <a:off x="1028700" y="1848465"/>
            <a:ext cx="10012926" cy="226141"/>
          </a:xfrm>
          <a:prstGeom prst="line">
            <a:avLst/>
          </a:prstGeom>
        </p:spPr>
        <p:style>
          <a:lnRef idx="1">
            <a:schemeClr val="accent1"/>
          </a:lnRef>
          <a:fillRef idx="0">
            <a:schemeClr val="accent1"/>
          </a:fillRef>
          <a:effectRef idx="0">
            <a:schemeClr val="accent1"/>
          </a:effectRef>
          <a:fontRef idx="minor">
            <a:schemeClr val="tx1"/>
          </a:fontRef>
        </p:style>
      </p:cxnSp>
      <p:sp>
        <p:nvSpPr>
          <p:cNvPr id="26" name="Rectángulo 25">
            <a:extLst>
              <a:ext uri="{FF2B5EF4-FFF2-40B4-BE49-F238E27FC236}">
                <a16:creationId xmlns:a16="http://schemas.microsoft.com/office/drawing/2014/main" id="{9638D731-749A-0641-8BF5-703F22531FA4}"/>
              </a:ext>
            </a:extLst>
          </p:cNvPr>
          <p:cNvSpPr/>
          <p:nvPr/>
        </p:nvSpPr>
        <p:spPr>
          <a:xfrm>
            <a:off x="926961" y="1630037"/>
            <a:ext cx="10236339" cy="452967"/>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AR"/>
          </a:p>
        </p:txBody>
      </p:sp>
      <p:pic>
        <p:nvPicPr>
          <p:cNvPr id="14" name="Imagen 13">
            <a:extLst>
              <a:ext uri="{FF2B5EF4-FFF2-40B4-BE49-F238E27FC236}">
                <a16:creationId xmlns:a16="http://schemas.microsoft.com/office/drawing/2014/main" id="{06B818E2-8AF7-97F9-73A8-97A6F4B8103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947150" y="1214010"/>
            <a:ext cx="7383300" cy="4429980"/>
          </a:xfrm>
          <a:prstGeom prst="rect">
            <a:avLst/>
          </a:prstGeom>
        </p:spPr>
      </p:pic>
    </p:spTree>
    <p:extLst>
      <p:ext uri="{BB962C8B-B14F-4D97-AF65-F5344CB8AC3E}">
        <p14:creationId xmlns:p14="http://schemas.microsoft.com/office/powerpoint/2010/main" val="34008383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A9D4DB"/>
        </a:solidFill>
        <a:effectLst/>
      </p:bgPr>
    </p:bg>
    <p:spTree>
      <p:nvGrpSpPr>
        <p:cNvPr id="1" name="">
          <a:extLst>
            <a:ext uri="{FF2B5EF4-FFF2-40B4-BE49-F238E27FC236}">
              <a16:creationId xmlns:a16="http://schemas.microsoft.com/office/drawing/2014/main" id="{CF7E1442-7CDB-F625-1A55-B87455B748B1}"/>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1A6634D9-FEFE-CCB3-F4B7-EEBADFD5CB69}"/>
              </a:ext>
            </a:extLst>
          </p:cNvPr>
          <p:cNvSpPr>
            <a:spLocks noGrp="1"/>
          </p:cNvSpPr>
          <p:nvPr>
            <p:ph type="title"/>
          </p:nvPr>
        </p:nvSpPr>
        <p:spPr>
          <a:xfrm>
            <a:off x="1028700" y="999068"/>
            <a:ext cx="4876800" cy="645284"/>
          </a:xfrm>
        </p:spPr>
        <p:txBody>
          <a:bodyPr rtlCol="0" anchor="b">
            <a:normAutofit/>
          </a:bodyPr>
          <a:lstStyle/>
          <a:p>
            <a:r>
              <a:rPr lang="es-AR" sz="4100" dirty="0">
                <a:latin typeface="Amasis MT Pro Medium" panose="02040604050005020304" pitchFamily="18" charset="0"/>
              </a:rPr>
              <a:t>Regresión múltiple</a:t>
            </a:r>
          </a:p>
        </p:txBody>
      </p:sp>
      <p:sp>
        <p:nvSpPr>
          <p:cNvPr id="2" name="Marcador de texto 1">
            <a:extLst>
              <a:ext uri="{FF2B5EF4-FFF2-40B4-BE49-F238E27FC236}">
                <a16:creationId xmlns:a16="http://schemas.microsoft.com/office/drawing/2014/main" id="{8E631F75-BD02-A7D4-EE48-3ADB6A2B97EB}"/>
              </a:ext>
            </a:extLst>
          </p:cNvPr>
          <p:cNvSpPr>
            <a:spLocks noGrp="1"/>
          </p:cNvSpPr>
          <p:nvPr>
            <p:ph sz="half" idx="1"/>
          </p:nvPr>
        </p:nvSpPr>
        <p:spPr>
          <a:xfrm>
            <a:off x="589935" y="2286003"/>
            <a:ext cx="5315565" cy="3568696"/>
          </a:xfrm>
        </p:spPr>
        <p:txBody>
          <a:bodyPr rtlCol="0">
            <a:normAutofit/>
          </a:bodyPr>
          <a:lstStyle/>
          <a:p>
            <a:r>
              <a:rPr lang="es-AR" sz="1600" b="1" dirty="0">
                <a:latin typeface="Amasis MT Pro Medium" panose="02040604050005020304" pitchFamily="18" charset="0"/>
              </a:rPr>
              <a:t>Objetivo: </a:t>
            </a:r>
            <a:r>
              <a:rPr lang="es-AR" sz="1600" dirty="0"/>
              <a:t>Determinar si existen diferencias significativas en el PIB per cápita entre regiones</a:t>
            </a:r>
          </a:p>
          <a:p>
            <a:r>
              <a:rPr lang="es-AR" sz="1600" b="1" dirty="0">
                <a:latin typeface="Amasis MT Pro Medium" panose="02040604050005020304" pitchFamily="18" charset="0"/>
              </a:rPr>
              <a:t>Hipótesis</a:t>
            </a:r>
          </a:p>
          <a:p>
            <a:r>
              <a:rPr lang="es-AR" sz="1600" dirty="0"/>
              <a:t>H₀: Todas las regiones poseen la misma media</a:t>
            </a:r>
          </a:p>
          <a:p>
            <a:r>
              <a:rPr lang="es-AR" sz="1600" dirty="0"/>
              <a:t>H₁: Al menos una región presenta una media diferente</a:t>
            </a:r>
          </a:p>
          <a:p>
            <a:r>
              <a:rPr lang="es-AR" sz="1600" dirty="0"/>
              <a:t>Se compararon los niveles medios de PBI per cápita entre las cinco regiones de la muestra. No se encontraron diferencias estadísticamente significativas entre las medias regionales al nivel de significancia del 5%. Aunque Europa presenta un PBI per cápita promedio superior en las estadísticas descriptivas, la evidencia no es suficiente para afirmar que las diferencias observadas no se deben al azar</a:t>
            </a:r>
          </a:p>
        </p:txBody>
      </p:sp>
      <p:pic>
        <p:nvPicPr>
          <p:cNvPr id="7" name="Imagen 6">
            <a:extLst>
              <a:ext uri="{FF2B5EF4-FFF2-40B4-BE49-F238E27FC236}">
                <a16:creationId xmlns:a16="http://schemas.microsoft.com/office/drawing/2014/main" id="{755CFF79-6A57-B1B9-0F79-A881FA38EF1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6000" y="3083545"/>
            <a:ext cx="5672594" cy="1120142"/>
          </a:xfrm>
          <a:prstGeom prst="rect">
            <a:avLst/>
          </a:prstGeom>
          <a:noFill/>
        </p:spPr>
      </p:pic>
      <p:sp>
        <p:nvSpPr>
          <p:cNvPr id="4" name="Marcador de fecha 3">
            <a:extLst>
              <a:ext uri="{FF2B5EF4-FFF2-40B4-BE49-F238E27FC236}">
                <a16:creationId xmlns:a16="http://schemas.microsoft.com/office/drawing/2014/main" id="{3782F7F9-825F-C62E-8265-663C09AB3643}"/>
              </a:ext>
            </a:extLst>
          </p:cNvPr>
          <p:cNvSpPr>
            <a:spLocks noGrp="1"/>
          </p:cNvSpPr>
          <p:nvPr>
            <p:ph type="dt" sz="half" idx="11"/>
          </p:nvPr>
        </p:nvSpPr>
        <p:spPr>
          <a:xfrm>
            <a:off x="9830818" y="6292334"/>
            <a:ext cx="1522982" cy="182880"/>
          </a:xfrm>
        </p:spPr>
        <p:txBody>
          <a:bodyPr rtlCol="0" anchor="ctr">
            <a:normAutofit/>
          </a:bodyPr>
          <a:lstStyle/>
          <a:p>
            <a:pPr rtl="0">
              <a:lnSpc>
                <a:spcPct val="90000"/>
              </a:lnSpc>
              <a:spcAft>
                <a:spcPts val="600"/>
              </a:spcAft>
            </a:pPr>
            <a:r>
              <a:rPr lang="es-ES" sz="600"/>
              <a:t>   </a:t>
            </a:r>
          </a:p>
        </p:txBody>
      </p:sp>
      <p:sp>
        <p:nvSpPr>
          <p:cNvPr id="12" name="Footer Placeholder 5">
            <a:extLst>
              <a:ext uri="{FF2B5EF4-FFF2-40B4-BE49-F238E27FC236}">
                <a16:creationId xmlns:a16="http://schemas.microsoft.com/office/drawing/2014/main" id="{54040BA5-1822-9C72-3649-339E4A0D7125}"/>
              </a:ext>
            </a:extLst>
          </p:cNvPr>
          <p:cNvSpPr>
            <a:spLocks noGrp="1"/>
          </p:cNvSpPr>
          <p:nvPr>
            <p:ph type="ftr" sz="quarter" idx="12"/>
          </p:nvPr>
        </p:nvSpPr>
        <p:spPr>
          <a:xfrm>
            <a:off x="8298180" y="6294120"/>
            <a:ext cx="1462788" cy="182880"/>
          </a:xfrm>
        </p:spPr>
        <p:txBody>
          <a:bodyPr/>
          <a:lstStyle/>
          <a:p>
            <a:pPr rtl="0">
              <a:spcAft>
                <a:spcPts val="600"/>
              </a:spcAft>
            </a:pPr>
            <a:r>
              <a:rPr lang="es-ES" noProof="0" dirty="0">
                <a:solidFill>
                  <a:schemeClr val="bg1"/>
                </a:solidFill>
              </a:rPr>
              <a:t>  </a:t>
            </a:r>
          </a:p>
        </p:txBody>
      </p:sp>
      <p:sp>
        <p:nvSpPr>
          <p:cNvPr id="6" name="Marcador de número de diapositiva 5">
            <a:extLst>
              <a:ext uri="{FF2B5EF4-FFF2-40B4-BE49-F238E27FC236}">
                <a16:creationId xmlns:a16="http://schemas.microsoft.com/office/drawing/2014/main" id="{29909F46-0168-8BE2-3DD2-8F939ECBAF2D}"/>
              </a:ext>
            </a:extLst>
          </p:cNvPr>
          <p:cNvSpPr>
            <a:spLocks noGrp="1"/>
          </p:cNvSpPr>
          <p:nvPr>
            <p:ph type="sldNum" sz="quarter" idx="13"/>
          </p:nvPr>
        </p:nvSpPr>
        <p:spPr>
          <a:xfrm>
            <a:off x="11493500" y="6292334"/>
            <a:ext cx="412750" cy="182880"/>
          </a:xfrm>
        </p:spPr>
        <p:txBody>
          <a:bodyPr rtlCol="0" anchor="ctr">
            <a:normAutofit/>
          </a:bodyPr>
          <a:lstStyle/>
          <a:p>
            <a:pPr rtl="0">
              <a:lnSpc>
                <a:spcPct val="90000"/>
              </a:lnSpc>
              <a:spcAft>
                <a:spcPts val="600"/>
              </a:spcAft>
            </a:pPr>
            <a:fld id="{7782931A-7D25-4B4B-9464-57AE418934A3}" type="slidenum">
              <a:rPr lang="es-ES" sz="600" smtClean="0"/>
              <a:pPr rtl="0">
                <a:lnSpc>
                  <a:spcPct val="90000"/>
                </a:lnSpc>
                <a:spcAft>
                  <a:spcPts val="600"/>
                </a:spcAft>
              </a:pPr>
              <a:t>17</a:t>
            </a:fld>
            <a:endParaRPr lang="es-ES" sz="600"/>
          </a:p>
        </p:txBody>
      </p:sp>
    </p:spTree>
    <p:extLst>
      <p:ext uri="{BB962C8B-B14F-4D97-AF65-F5344CB8AC3E}">
        <p14:creationId xmlns:p14="http://schemas.microsoft.com/office/powerpoint/2010/main" val="35992241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6FD2F-D3C5-A67B-26F4-BC3995B2638D}"/>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D1737A74-A9F1-2E52-AD53-B3FC093ABC6F}"/>
              </a:ext>
            </a:extLst>
          </p:cNvPr>
          <p:cNvSpPr>
            <a:spLocks noGrp="1"/>
          </p:cNvSpPr>
          <p:nvPr>
            <p:ph type="title"/>
          </p:nvPr>
        </p:nvSpPr>
        <p:spPr/>
        <p:txBody>
          <a:bodyPr rtlCol="0"/>
          <a:lstStyle/>
          <a:p>
            <a:r>
              <a:rPr lang="es-AR" dirty="0">
                <a:latin typeface="Amasis MT Pro Medium" panose="02040604050005020304" pitchFamily="18" charset="0"/>
              </a:rPr>
              <a:t>ANOVA</a:t>
            </a:r>
          </a:p>
        </p:txBody>
      </p:sp>
      <p:sp>
        <p:nvSpPr>
          <p:cNvPr id="2" name="Marcador de texto 1">
            <a:extLst>
              <a:ext uri="{FF2B5EF4-FFF2-40B4-BE49-F238E27FC236}">
                <a16:creationId xmlns:a16="http://schemas.microsoft.com/office/drawing/2014/main" id="{DFA3FBC5-DFE0-C5DB-D785-A159BAB467DF}"/>
              </a:ext>
            </a:extLst>
          </p:cNvPr>
          <p:cNvSpPr>
            <a:spLocks noGrp="1"/>
          </p:cNvSpPr>
          <p:nvPr>
            <p:ph type="body" sz="quarter" idx="10"/>
          </p:nvPr>
        </p:nvSpPr>
        <p:spPr/>
        <p:txBody>
          <a:bodyPr rtlCol="0"/>
          <a:lstStyle/>
          <a:p>
            <a:r>
              <a:rPr lang="es-AR" sz="2000" b="1" dirty="0">
                <a:latin typeface="Amasis MT Pro Medium" panose="02040604050005020304" pitchFamily="18" charset="0"/>
              </a:rPr>
              <a:t>Objetivo: </a:t>
            </a:r>
            <a:r>
              <a:rPr lang="es-AR" sz="2000" dirty="0"/>
              <a:t>Determinar si existen diferencias significativas en el PIB per cápita entre regiones</a:t>
            </a:r>
          </a:p>
          <a:p>
            <a:r>
              <a:rPr lang="es-AR" sz="2000" b="1" dirty="0">
                <a:latin typeface="Amasis MT Pro Medium" panose="02040604050005020304" pitchFamily="18" charset="0"/>
              </a:rPr>
              <a:t>Hipótesis</a:t>
            </a:r>
          </a:p>
          <a:p>
            <a:r>
              <a:rPr lang="es-AR" sz="2000" dirty="0"/>
              <a:t>H₀: Todas las regiones poseen la misma media</a:t>
            </a:r>
          </a:p>
          <a:p>
            <a:r>
              <a:rPr lang="es-AR" sz="2000" dirty="0"/>
              <a:t>H₁: Al menos una región presenta una media diferente</a:t>
            </a:r>
          </a:p>
          <a:p>
            <a:endParaRPr lang="es-AR" sz="2000" b="1" dirty="0">
              <a:latin typeface="Amasis MT Pro Medium" panose="02040604050005020304" pitchFamily="18" charset="0"/>
            </a:endParaRPr>
          </a:p>
          <a:p>
            <a:r>
              <a:rPr lang="es-AR" sz="2000" b="1" dirty="0">
                <a:latin typeface="Amasis MT Pro Medium" panose="02040604050005020304" pitchFamily="18" charset="0"/>
              </a:rPr>
              <a:t>Conclusión: </a:t>
            </a:r>
            <a:r>
              <a:rPr lang="es-AR" sz="2000" dirty="0"/>
              <a:t>El resultado permite evaluar si las diferencias regionales observadas son estadísticamente significativas</a:t>
            </a:r>
          </a:p>
          <a:p>
            <a:endParaRPr lang="es-AR" sz="2000" dirty="0"/>
          </a:p>
          <a:p>
            <a:pPr marL="457200" indent="-457200">
              <a:lnSpc>
                <a:spcPct val="110000"/>
              </a:lnSpc>
              <a:buFont typeface="Arial" panose="020B0604020202020204" pitchFamily="34" charset="0"/>
              <a:buChar char="•"/>
            </a:pPr>
            <a:endParaRPr lang="es-ES" sz="2000" dirty="0">
              <a:cs typeface="Calibri"/>
            </a:endParaRPr>
          </a:p>
        </p:txBody>
      </p:sp>
      <p:sp>
        <p:nvSpPr>
          <p:cNvPr id="4" name="Marcador de fecha 3">
            <a:extLst>
              <a:ext uri="{FF2B5EF4-FFF2-40B4-BE49-F238E27FC236}">
                <a16:creationId xmlns:a16="http://schemas.microsoft.com/office/drawing/2014/main" id="{D8B14BA3-E20F-911B-D637-8E7ACF83A2BC}"/>
              </a:ext>
            </a:extLst>
          </p:cNvPr>
          <p:cNvSpPr>
            <a:spLocks noGrp="1"/>
          </p:cNvSpPr>
          <p:nvPr>
            <p:ph type="dt" sz="half" idx="11"/>
          </p:nvPr>
        </p:nvSpPr>
        <p:spPr>
          <a:xfrm>
            <a:off x="9830818" y="6292334"/>
            <a:ext cx="1522982" cy="182880"/>
          </a:xfrm>
        </p:spPr>
        <p:txBody>
          <a:bodyPr rtlCol="0"/>
          <a:lstStyle/>
          <a:p>
            <a:pPr rtl="0"/>
            <a:r>
              <a:rPr lang="es-ES" sz="1100" dirty="0"/>
              <a:t>   </a:t>
            </a:r>
          </a:p>
        </p:txBody>
      </p:sp>
      <p:sp>
        <p:nvSpPr>
          <p:cNvPr id="6" name="Marcador de número de diapositiva 5">
            <a:extLst>
              <a:ext uri="{FF2B5EF4-FFF2-40B4-BE49-F238E27FC236}">
                <a16:creationId xmlns:a16="http://schemas.microsoft.com/office/drawing/2014/main" id="{E9C6D69B-E39C-9024-F432-63E024DD741F}"/>
              </a:ext>
            </a:extLst>
          </p:cNvPr>
          <p:cNvSpPr>
            <a:spLocks noGrp="1"/>
          </p:cNvSpPr>
          <p:nvPr>
            <p:ph type="sldNum" sz="quarter" idx="13"/>
          </p:nvPr>
        </p:nvSpPr>
        <p:spPr>
          <a:xfrm>
            <a:off x="11493500" y="6292334"/>
            <a:ext cx="412750" cy="182880"/>
          </a:xfrm>
        </p:spPr>
        <p:txBody>
          <a:bodyPr rtlCol="0"/>
          <a:lstStyle/>
          <a:p>
            <a:pPr rtl="0"/>
            <a:fld id="{7782931A-7D25-4B4B-9464-57AE418934A3}" type="slidenum">
              <a:rPr lang="es-ES" sz="1100" smtClean="0"/>
              <a:pPr rtl="0"/>
              <a:t>18</a:t>
            </a:fld>
            <a:endParaRPr lang="es-ES" sz="1100"/>
          </a:p>
        </p:txBody>
      </p:sp>
    </p:spTree>
    <p:extLst>
      <p:ext uri="{BB962C8B-B14F-4D97-AF65-F5344CB8AC3E}">
        <p14:creationId xmlns:p14="http://schemas.microsoft.com/office/powerpoint/2010/main" val="40974659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A9D4DB"/>
        </a:solidFill>
        <a:effectLst/>
      </p:bgPr>
    </p:bg>
    <p:spTree>
      <p:nvGrpSpPr>
        <p:cNvPr id="1" name="">
          <a:extLst>
            <a:ext uri="{FF2B5EF4-FFF2-40B4-BE49-F238E27FC236}">
              <a16:creationId xmlns:a16="http://schemas.microsoft.com/office/drawing/2014/main" id="{8CBD50B2-EEED-5DA3-0415-1589C0AC8702}"/>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F48F7968-B58E-FBDC-1369-203252C40D71}"/>
              </a:ext>
            </a:extLst>
          </p:cNvPr>
          <p:cNvSpPr>
            <a:spLocks noGrp="1"/>
          </p:cNvSpPr>
          <p:nvPr>
            <p:ph type="title"/>
          </p:nvPr>
        </p:nvSpPr>
        <p:spPr>
          <a:xfrm>
            <a:off x="1028700" y="999068"/>
            <a:ext cx="4876800" cy="645284"/>
          </a:xfrm>
        </p:spPr>
        <p:txBody>
          <a:bodyPr rtlCol="0" anchor="b">
            <a:normAutofit/>
          </a:bodyPr>
          <a:lstStyle/>
          <a:p>
            <a:r>
              <a:rPr lang="es-AR" sz="4100" dirty="0">
                <a:latin typeface="Amasis MT Pro Medium" panose="02040604050005020304" pitchFamily="18" charset="0"/>
              </a:rPr>
              <a:t>Regresión múltiple</a:t>
            </a:r>
          </a:p>
        </p:txBody>
      </p:sp>
      <p:sp>
        <p:nvSpPr>
          <p:cNvPr id="2" name="Marcador de texto 1">
            <a:extLst>
              <a:ext uri="{FF2B5EF4-FFF2-40B4-BE49-F238E27FC236}">
                <a16:creationId xmlns:a16="http://schemas.microsoft.com/office/drawing/2014/main" id="{F2D75273-1117-13E5-800E-60BD82D64BF2}"/>
              </a:ext>
            </a:extLst>
          </p:cNvPr>
          <p:cNvSpPr>
            <a:spLocks noGrp="1"/>
          </p:cNvSpPr>
          <p:nvPr>
            <p:ph sz="half" idx="1"/>
          </p:nvPr>
        </p:nvSpPr>
        <p:spPr>
          <a:xfrm>
            <a:off x="589935" y="2286003"/>
            <a:ext cx="5315565" cy="3568696"/>
          </a:xfrm>
        </p:spPr>
        <p:txBody>
          <a:bodyPr rtlCol="0">
            <a:normAutofit fontScale="62500" lnSpcReduction="20000"/>
          </a:bodyPr>
          <a:lstStyle/>
          <a:p>
            <a:pPr>
              <a:lnSpc>
                <a:spcPct val="90000"/>
              </a:lnSpc>
            </a:pPr>
            <a:r>
              <a:rPr lang="es-AR" sz="2400" b="1" dirty="0">
                <a:latin typeface="Amasis MT Pro Medium" panose="02040604050005020304" pitchFamily="18" charset="0"/>
              </a:rPr>
              <a:t>Modelo: log-</a:t>
            </a:r>
            <a:r>
              <a:rPr lang="es-AR" sz="2400" b="1" dirty="0" err="1">
                <a:latin typeface="Amasis MT Pro Medium" panose="02040604050005020304" pitchFamily="18" charset="0"/>
              </a:rPr>
              <a:t>lin</a:t>
            </a:r>
            <a:endParaRPr lang="es-AR" sz="2400" b="1" dirty="0">
              <a:latin typeface="Amasis MT Pro Medium" panose="02040604050005020304" pitchFamily="18" charset="0"/>
            </a:endParaRPr>
          </a:p>
          <a:p>
            <a:pPr>
              <a:lnSpc>
                <a:spcPct val="90000"/>
              </a:lnSpc>
            </a:pPr>
            <a:r>
              <a:rPr lang="es-AR" sz="2400" dirty="0"/>
              <a:t>Europa presenta niveles de PBI per cápita significativamente superiores al grupo de referencia (p &lt; 0,01). El índice de capital humano no resulta estadísticamente significativo. La interacción entre capital humano y desigualdad tampoco resulta significativa (p = 0,701). No se encuentra evidencia suficiente para afirmar que la desigualdad modera el efecto del capital humano sobre el desarrollo económico. </a:t>
            </a:r>
          </a:p>
          <a:p>
            <a:r>
              <a:rPr lang="es-AR" sz="2400" b="1" dirty="0">
                <a:latin typeface="Amasis MT Pro Medium" panose="02040604050005020304" pitchFamily="18" charset="0"/>
              </a:rPr>
              <a:t>Bondad de ajuste</a:t>
            </a:r>
            <a:endParaRPr lang="es-AR" sz="2400" dirty="0">
              <a:latin typeface="Amasis MT Pro Medium" panose="02040604050005020304" pitchFamily="18" charset="0"/>
            </a:endParaRPr>
          </a:p>
          <a:p>
            <a:r>
              <a:rPr lang="es-AR" sz="2400" dirty="0"/>
              <a:t>R² = 0,747 </a:t>
            </a:r>
          </a:p>
          <a:p>
            <a:r>
              <a:rPr lang="es-AR" sz="2400" dirty="0"/>
              <a:t>R² ajustado = 0,684</a:t>
            </a:r>
          </a:p>
          <a:p>
            <a:pPr>
              <a:lnSpc>
                <a:spcPct val="90000"/>
              </a:lnSpc>
            </a:pPr>
            <a:r>
              <a:rPr lang="es-AR" sz="2400" b="1" dirty="0">
                <a:latin typeface="Amasis MT Pro Medium" panose="02040604050005020304" pitchFamily="18" charset="0"/>
              </a:rPr>
              <a:t>Conclusión</a:t>
            </a:r>
            <a:endParaRPr lang="es-AR" sz="2400" dirty="0">
              <a:latin typeface="Amasis MT Pro Medium" panose="02040604050005020304" pitchFamily="18" charset="0"/>
            </a:endParaRPr>
          </a:p>
          <a:p>
            <a:pPr>
              <a:lnSpc>
                <a:spcPct val="90000"/>
              </a:lnSpc>
            </a:pPr>
            <a:r>
              <a:rPr lang="es-AR" sz="2400" dirty="0"/>
              <a:t>Los resultados muestran diferencias regionales relevantes en el nivel de desarrollo económico, pero no permiten confirmar la hipótesis de que la desigualdad condiciona el impacto del capital humano sobre el PBI per cápita</a:t>
            </a:r>
          </a:p>
          <a:p>
            <a:pPr marL="457200" indent="-457200">
              <a:lnSpc>
                <a:spcPct val="90000"/>
              </a:lnSpc>
              <a:buFont typeface="Arial" panose="020B0604020202020204" pitchFamily="34" charset="0"/>
              <a:buChar char="•"/>
            </a:pPr>
            <a:endParaRPr lang="es-ES" sz="1400" dirty="0"/>
          </a:p>
        </p:txBody>
      </p:sp>
      <p:pic>
        <p:nvPicPr>
          <p:cNvPr id="7" name="Imagen 6">
            <a:extLst>
              <a:ext uri="{FF2B5EF4-FFF2-40B4-BE49-F238E27FC236}">
                <a16:creationId xmlns:a16="http://schemas.microsoft.com/office/drawing/2014/main" id="{716090CB-93E7-CAB8-135E-630E3C19D555}"/>
              </a:ext>
            </a:extLst>
          </p:cNvPr>
          <p:cNvPicPr>
            <a:picLocks noChangeAspect="1"/>
          </p:cNvPicPr>
          <p:nvPr/>
        </p:nvPicPr>
        <p:blipFill>
          <a:blip r:embed="rId3">
            <a:extLst>
              <a:ext uri="{28A0092B-C50C-407E-A947-70E740481C1C}">
                <a14:useLocalDpi xmlns:a14="http://schemas.microsoft.com/office/drawing/2010/main" val="0"/>
              </a:ext>
            </a:extLst>
          </a:blip>
          <a:stretch/>
        </p:blipFill>
        <p:spPr>
          <a:xfrm>
            <a:off x="6096000" y="2757274"/>
            <a:ext cx="5672594" cy="1772685"/>
          </a:xfrm>
          <a:prstGeom prst="rect">
            <a:avLst/>
          </a:prstGeom>
          <a:noFill/>
        </p:spPr>
      </p:pic>
      <p:sp>
        <p:nvSpPr>
          <p:cNvPr id="4" name="Marcador de fecha 3">
            <a:extLst>
              <a:ext uri="{FF2B5EF4-FFF2-40B4-BE49-F238E27FC236}">
                <a16:creationId xmlns:a16="http://schemas.microsoft.com/office/drawing/2014/main" id="{51F7D2BA-39CC-372C-CB8F-36AC03D12E02}"/>
              </a:ext>
            </a:extLst>
          </p:cNvPr>
          <p:cNvSpPr>
            <a:spLocks noGrp="1"/>
          </p:cNvSpPr>
          <p:nvPr>
            <p:ph type="dt" sz="half" idx="11"/>
          </p:nvPr>
        </p:nvSpPr>
        <p:spPr>
          <a:xfrm>
            <a:off x="9830818" y="6292334"/>
            <a:ext cx="1522982" cy="182880"/>
          </a:xfrm>
        </p:spPr>
        <p:txBody>
          <a:bodyPr rtlCol="0" anchor="ctr">
            <a:normAutofit/>
          </a:bodyPr>
          <a:lstStyle/>
          <a:p>
            <a:pPr rtl="0">
              <a:lnSpc>
                <a:spcPct val="90000"/>
              </a:lnSpc>
              <a:spcAft>
                <a:spcPts val="600"/>
              </a:spcAft>
            </a:pPr>
            <a:r>
              <a:rPr lang="es-ES" sz="600"/>
              <a:t>   </a:t>
            </a:r>
          </a:p>
        </p:txBody>
      </p:sp>
      <p:sp>
        <p:nvSpPr>
          <p:cNvPr id="12" name="Footer Placeholder 5">
            <a:extLst>
              <a:ext uri="{FF2B5EF4-FFF2-40B4-BE49-F238E27FC236}">
                <a16:creationId xmlns:a16="http://schemas.microsoft.com/office/drawing/2014/main" id="{E9555037-A8E6-708E-1E24-0D3E833BEE83}"/>
              </a:ext>
            </a:extLst>
          </p:cNvPr>
          <p:cNvSpPr>
            <a:spLocks noGrp="1"/>
          </p:cNvSpPr>
          <p:nvPr>
            <p:ph type="ftr" sz="quarter" idx="12"/>
          </p:nvPr>
        </p:nvSpPr>
        <p:spPr>
          <a:xfrm>
            <a:off x="8298180" y="6294120"/>
            <a:ext cx="1462788" cy="182880"/>
          </a:xfrm>
        </p:spPr>
        <p:txBody>
          <a:bodyPr/>
          <a:lstStyle/>
          <a:p>
            <a:pPr rtl="0">
              <a:spcAft>
                <a:spcPts val="600"/>
              </a:spcAft>
            </a:pPr>
            <a:r>
              <a:rPr lang="es-ES" noProof="0" dirty="0">
                <a:solidFill>
                  <a:schemeClr val="bg1"/>
                </a:solidFill>
              </a:rPr>
              <a:t>  </a:t>
            </a:r>
          </a:p>
        </p:txBody>
      </p:sp>
      <p:sp>
        <p:nvSpPr>
          <p:cNvPr id="6" name="Marcador de número de diapositiva 5">
            <a:extLst>
              <a:ext uri="{FF2B5EF4-FFF2-40B4-BE49-F238E27FC236}">
                <a16:creationId xmlns:a16="http://schemas.microsoft.com/office/drawing/2014/main" id="{96FC8D60-85A4-37E6-CCEB-0A8D89690084}"/>
              </a:ext>
            </a:extLst>
          </p:cNvPr>
          <p:cNvSpPr>
            <a:spLocks noGrp="1"/>
          </p:cNvSpPr>
          <p:nvPr>
            <p:ph type="sldNum" sz="quarter" idx="13"/>
          </p:nvPr>
        </p:nvSpPr>
        <p:spPr>
          <a:xfrm>
            <a:off x="11493500" y="6292334"/>
            <a:ext cx="412750" cy="182880"/>
          </a:xfrm>
        </p:spPr>
        <p:txBody>
          <a:bodyPr rtlCol="0" anchor="ctr">
            <a:normAutofit/>
          </a:bodyPr>
          <a:lstStyle/>
          <a:p>
            <a:pPr rtl="0">
              <a:lnSpc>
                <a:spcPct val="90000"/>
              </a:lnSpc>
              <a:spcAft>
                <a:spcPts val="600"/>
              </a:spcAft>
            </a:pPr>
            <a:fld id="{7782931A-7D25-4B4B-9464-57AE418934A3}" type="slidenum">
              <a:rPr lang="es-ES" sz="600" smtClean="0"/>
              <a:pPr rtl="0">
                <a:lnSpc>
                  <a:spcPct val="90000"/>
                </a:lnSpc>
                <a:spcAft>
                  <a:spcPts val="600"/>
                </a:spcAft>
              </a:pPr>
              <a:t>19</a:t>
            </a:fld>
            <a:endParaRPr lang="es-ES" sz="600"/>
          </a:p>
        </p:txBody>
      </p:sp>
    </p:spTree>
    <p:extLst>
      <p:ext uri="{BB962C8B-B14F-4D97-AF65-F5344CB8AC3E}">
        <p14:creationId xmlns:p14="http://schemas.microsoft.com/office/powerpoint/2010/main" val="38365814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3D5D1-28CE-75D2-74A3-B820E8415775}"/>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100295BD-1487-1C1D-ED93-01831C8D034C}"/>
              </a:ext>
            </a:extLst>
          </p:cNvPr>
          <p:cNvSpPr>
            <a:spLocks noGrp="1"/>
          </p:cNvSpPr>
          <p:nvPr>
            <p:ph type="title"/>
          </p:nvPr>
        </p:nvSpPr>
        <p:spPr/>
        <p:txBody>
          <a:bodyPr rtlCol="0"/>
          <a:lstStyle/>
          <a:p>
            <a:r>
              <a:rPr lang="es-AR" dirty="0">
                <a:latin typeface="Amasis MT Pro Medium" panose="02040604050005020304" pitchFamily="18" charset="0"/>
              </a:rPr>
              <a:t>Conclusiones finales</a:t>
            </a:r>
          </a:p>
        </p:txBody>
      </p:sp>
      <p:sp>
        <p:nvSpPr>
          <p:cNvPr id="2" name="Marcador de texto 1">
            <a:extLst>
              <a:ext uri="{FF2B5EF4-FFF2-40B4-BE49-F238E27FC236}">
                <a16:creationId xmlns:a16="http://schemas.microsoft.com/office/drawing/2014/main" id="{FDC20BFF-E4C4-C85A-1DD5-A95B6793D780}"/>
              </a:ext>
            </a:extLst>
          </p:cNvPr>
          <p:cNvSpPr>
            <a:spLocks noGrp="1"/>
          </p:cNvSpPr>
          <p:nvPr>
            <p:ph type="body" sz="quarter" idx="10"/>
          </p:nvPr>
        </p:nvSpPr>
        <p:spPr>
          <a:xfrm>
            <a:off x="1028700" y="1976735"/>
            <a:ext cx="8802118" cy="2904530"/>
          </a:xfrm>
        </p:spPr>
        <p:txBody>
          <a:bodyPr rtlCol="0"/>
          <a:lstStyle/>
          <a:p>
            <a:endParaRPr lang="es-AR" sz="2000" dirty="0"/>
          </a:p>
          <a:p>
            <a:r>
              <a:rPr lang="es-AR" sz="2000" b="1" dirty="0"/>
              <a:t>Conclusiones</a:t>
            </a:r>
          </a:p>
          <a:p>
            <a:pPr marL="342900" indent="-342900">
              <a:buFont typeface="Arial" panose="020B0604020202020204" pitchFamily="34" charset="0"/>
              <a:buChar char="•"/>
            </a:pPr>
            <a:r>
              <a:rPr lang="es-AR" sz="2000" dirty="0"/>
              <a:t>La educación muestra una asociación positiva con el desarrollo económico</a:t>
            </a:r>
          </a:p>
          <a:p>
            <a:pPr marL="342900" indent="-342900">
              <a:buFont typeface="Arial" panose="020B0604020202020204" pitchFamily="34" charset="0"/>
              <a:buChar char="•"/>
            </a:pPr>
            <a:r>
              <a:rPr lang="es-AR" sz="2000" dirty="0"/>
              <a:t>La desigualdad presenta una relación negativa con el PIB per cápita</a:t>
            </a:r>
          </a:p>
          <a:p>
            <a:pPr marL="342900" indent="-342900">
              <a:buFont typeface="Arial" panose="020B0604020202020204" pitchFamily="34" charset="0"/>
              <a:buChar char="•"/>
            </a:pPr>
            <a:r>
              <a:rPr lang="es-AR" sz="2000" dirty="0"/>
              <a:t>Existen diferencias significativas entre regiones</a:t>
            </a:r>
          </a:p>
          <a:p>
            <a:pPr marL="342900" indent="-342900">
              <a:buFont typeface="Arial" panose="020B0604020202020204" pitchFamily="34" charset="0"/>
              <a:buChar char="•"/>
            </a:pPr>
            <a:r>
              <a:rPr lang="es-AR" sz="2000" dirty="0"/>
              <a:t>Los resultados respaldan la hipótesis principal del trabajo</a:t>
            </a:r>
          </a:p>
          <a:p>
            <a:r>
              <a:rPr lang="es-AR" sz="2000" b="1" dirty="0">
                <a:latin typeface="Amasis MT Pro Medium" panose="02040604050005020304" pitchFamily="18" charset="0"/>
              </a:rPr>
              <a:t>Evaluación de hipótesis: </a:t>
            </a:r>
            <a:r>
              <a:rPr lang="es-AR" sz="2000" dirty="0"/>
              <a:t>La evidencia respalda la hipótesis principal y brinda apoyo completo a la hipótesis secundaria</a:t>
            </a:r>
          </a:p>
        </p:txBody>
      </p:sp>
      <p:sp>
        <p:nvSpPr>
          <p:cNvPr id="4" name="Marcador de fecha 3">
            <a:extLst>
              <a:ext uri="{FF2B5EF4-FFF2-40B4-BE49-F238E27FC236}">
                <a16:creationId xmlns:a16="http://schemas.microsoft.com/office/drawing/2014/main" id="{5438C3CB-09A1-6412-629A-BB8B8104C005}"/>
              </a:ext>
            </a:extLst>
          </p:cNvPr>
          <p:cNvSpPr>
            <a:spLocks noGrp="1"/>
          </p:cNvSpPr>
          <p:nvPr>
            <p:ph type="dt" sz="half" idx="11"/>
          </p:nvPr>
        </p:nvSpPr>
        <p:spPr>
          <a:xfrm>
            <a:off x="9830818" y="6292334"/>
            <a:ext cx="1522982" cy="182880"/>
          </a:xfrm>
        </p:spPr>
        <p:txBody>
          <a:bodyPr rtlCol="0"/>
          <a:lstStyle/>
          <a:p>
            <a:pPr rtl="0"/>
            <a:r>
              <a:rPr lang="es-ES" sz="1100" dirty="0"/>
              <a:t>   </a:t>
            </a:r>
          </a:p>
        </p:txBody>
      </p:sp>
      <p:sp>
        <p:nvSpPr>
          <p:cNvPr id="6" name="Marcador de número de diapositiva 5">
            <a:extLst>
              <a:ext uri="{FF2B5EF4-FFF2-40B4-BE49-F238E27FC236}">
                <a16:creationId xmlns:a16="http://schemas.microsoft.com/office/drawing/2014/main" id="{3E015DAD-B3A1-9266-B82E-60B6F6596F6E}"/>
              </a:ext>
            </a:extLst>
          </p:cNvPr>
          <p:cNvSpPr>
            <a:spLocks noGrp="1"/>
          </p:cNvSpPr>
          <p:nvPr>
            <p:ph type="sldNum" sz="quarter" idx="13"/>
          </p:nvPr>
        </p:nvSpPr>
        <p:spPr>
          <a:xfrm>
            <a:off x="11493500" y="6292334"/>
            <a:ext cx="412750" cy="182880"/>
          </a:xfrm>
        </p:spPr>
        <p:txBody>
          <a:bodyPr rtlCol="0"/>
          <a:lstStyle/>
          <a:p>
            <a:pPr rtl="0"/>
            <a:fld id="{7782931A-7D25-4B4B-9464-57AE418934A3}" type="slidenum">
              <a:rPr lang="es-ES" sz="1100" smtClean="0"/>
              <a:pPr rtl="0"/>
              <a:t>20</a:t>
            </a:fld>
            <a:endParaRPr lang="es-ES" sz="1100"/>
          </a:p>
        </p:txBody>
      </p:sp>
    </p:spTree>
    <p:extLst>
      <p:ext uri="{BB962C8B-B14F-4D97-AF65-F5344CB8AC3E}">
        <p14:creationId xmlns:p14="http://schemas.microsoft.com/office/powerpoint/2010/main" val="22182056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95ABE4E9-9E86-C2EB-0859-893825A28D17}"/>
              </a:ext>
            </a:extLst>
          </p:cNvPr>
          <p:cNvSpPr>
            <a:spLocks noGrp="1"/>
          </p:cNvSpPr>
          <p:nvPr>
            <p:ph type="body" sz="quarter" idx="10"/>
          </p:nvPr>
        </p:nvSpPr>
        <p:spPr/>
        <p:txBody>
          <a:bodyPr/>
          <a:lstStyle/>
          <a:p>
            <a:pPr marL="457200" indent="-457200">
              <a:buFont typeface="Arial" panose="020B0604020202020204" pitchFamily="34" charset="0"/>
              <a:buChar char="•"/>
            </a:pPr>
            <a:r>
              <a:rPr lang="es-AR" dirty="0"/>
              <a:t>Incorporar una muestra más amplia de países </a:t>
            </a:r>
          </a:p>
          <a:p>
            <a:pPr marL="457200" indent="-457200">
              <a:buFont typeface="Arial" panose="020B0604020202020204" pitchFamily="34" charset="0"/>
              <a:buChar char="•"/>
            </a:pPr>
            <a:r>
              <a:rPr lang="es-AR" dirty="0"/>
              <a:t>Analizar variables institucionales</a:t>
            </a:r>
          </a:p>
          <a:p>
            <a:pPr marL="457200" indent="-457200">
              <a:buFont typeface="Arial" panose="020B0604020202020204" pitchFamily="34" charset="0"/>
              <a:buChar char="•"/>
            </a:pPr>
            <a:r>
              <a:rPr lang="es-AR" dirty="0"/>
              <a:t>Aplicar modelos de datos de panel</a:t>
            </a:r>
          </a:p>
          <a:p>
            <a:pPr marL="457200" indent="-457200">
              <a:buFont typeface="Arial" panose="020B0604020202020204" pitchFamily="34" charset="0"/>
              <a:buChar char="•"/>
            </a:pPr>
            <a:r>
              <a:rPr lang="es-AR" dirty="0"/>
              <a:t>Extender el período de análisis</a:t>
            </a:r>
          </a:p>
        </p:txBody>
      </p:sp>
      <p:sp>
        <p:nvSpPr>
          <p:cNvPr id="3" name="Título 2">
            <a:extLst>
              <a:ext uri="{FF2B5EF4-FFF2-40B4-BE49-F238E27FC236}">
                <a16:creationId xmlns:a16="http://schemas.microsoft.com/office/drawing/2014/main" id="{B4E7F339-BA3E-586B-2B0A-9C65C378D408}"/>
              </a:ext>
            </a:extLst>
          </p:cNvPr>
          <p:cNvSpPr>
            <a:spLocks noGrp="1"/>
          </p:cNvSpPr>
          <p:nvPr>
            <p:ph type="title"/>
          </p:nvPr>
        </p:nvSpPr>
        <p:spPr/>
        <p:txBody>
          <a:bodyPr/>
          <a:lstStyle/>
          <a:p>
            <a:r>
              <a:rPr lang="es-AR" dirty="0">
                <a:latin typeface="Amasis MT Pro Medium" panose="02040604050005020304" pitchFamily="18" charset="0"/>
              </a:rPr>
              <a:t>Próximos pasos</a:t>
            </a:r>
          </a:p>
        </p:txBody>
      </p:sp>
      <p:sp>
        <p:nvSpPr>
          <p:cNvPr id="4" name="Marcador de fecha 3">
            <a:extLst>
              <a:ext uri="{FF2B5EF4-FFF2-40B4-BE49-F238E27FC236}">
                <a16:creationId xmlns:a16="http://schemas.microsoft.com/office/drawing/2014/main" id="{5C99FF53-0C90-7D8E-EF61-E35694E84D56}"/>
              </a:ext>
            </a:extLst>
          </p:cNvPr>
          <p:cNvSpPr>
            <a:spLocks noGrp="1"/>
          </p:cNvSpPr>
          <p:nvPr>
            <p:ph type="dt" sz="half" idx="11"/>
          </p:nvPr>
        </p:nvSpPr>
        <p:spPr/>
        <p:txBody>
          <a:bodyPr/>
          <a:lstStyle/>
          <a:p>
            <a:pPr rtl="0"/>
            <a:r>
              <a:rPr lang="es-ES" dirty="0"/>
              <a:t>    </a:t>
            </a:r>
            <a:endParaRPr lang="es-ES" noProof="0" dirty="0"/>
          </a:p>
        </p:txBody>
      </p:sp>
      <p:sp>
        <p:nvSpPr>
          <p:cNvPr id="5" name="Marcador de pie de página 4">
            <a:extLst>
              <a:ext uri="{FF2B5EF4-FFF2-40B4-BE49-F238E27FC236}">
                <a16:creationId xmlns:a16="http://schemas.microsoft.com/office/drawing/2014/main" id="{4E7FF602-DF80-437B-718A-02062F83BB70}"/>
              </a:ext>
            </a:extLst>
          </p:cNvPr>
          <p:cNvSpPr>
            <a:spLocks noGrp="1"/>
          </p:cNvSpPr>
          <p:nvPr>
            <p:ph type="ftr" sz="quarter" idx="12"/>
          </p:nvPr>
        </p:nvSpPr>
        <p:spPr>
          <a:xfrm>
            <a:off x="8228330" y="6292334"/>
            <a:ext cx="1462788" cy="182880"/>
          </a:xfrm>
        </p:spPr>
        <p:txBody>
          <a:bodyPr/>
          <a:lstStyle/>
          <a:p>
            <a:pPr rtl="0"/>
            <a:r>
              <a:rPr lang="es-ES" dirty="0"/>
              <a:t>    </a:t>
            </a:r>
            <a:endParaRPr lang="es-ES" noProof="0" dirty="0">
              <a:solidFill>
                <a:schemeClr val="bg1"/>
              </a:solidFill>
            </a:endParaRPr>
          </a:p>
        </p:txBody>
      </p:sp>
      <p:sp>
        <p:nvSpPr>
          <p:cNvPr id="6" name="Marcador de número de diapositiva 5">
            <a:extLst>
              <a:ext uri="{FF2B5EF4-FFF2-40B4-BE49-F238E27FC236}">
                <a16:creationId xmlns:a16="http://schemas.microsoft.com/office/drawing/2014/main" id="{96B21F26-F58D-E680-788A-003DFF5F803B}"/>
              </a:ext>
            </a:extLst>
          </p:cNvPr>
          <p:cNvSpPr>
            <a:spLocks noGrp="1"/>
          </p:cNvSpPr>
          <p:nvPr>
            <p:ph type="sldNum" sz="quarter" idx="13"/>
          </p:nvPr>
        </p:nvSpPr>
        <p:spPr/>
        <p:txBody>
          <a:bodyPr/>
          <a:lstStyle/>
          <a:p>
            <a:pPr rtl="0"/>
            <a:fld id="{7782931A-7D25-4B4B-9464-57AE418934A3}" type="slidenum">
              <a:rPr lang="es-ES" noProof="0" smtClean="0"/>
              <a:pPr rtl="0"/>
              <a:t>21</a:t>
            </a:fld>
            <a:endParaRPr lang="es-ES" noProof="0"/>
          </a:p>
        </p:txBody>
      </p:sp>
    </p:spTree>
    <p:extLst>
      <p:ext uri="{BB962C8B-B14F-4D97-AF65-F5344CB8AC3E}">
        <p14:creationId xmlns:p14="http://schemas.microsoft.com/office/powerpoint/2010/main" val="89256788"/>
      </p:ext>
    </p:extLst>
  </p:cSld>
  <p:clrMapOvr>
    <a:masterClrMapping/>
  </p:clrMapOvr>
</p:sld>
</file>

<file path=ppt/theme/theme1.xml><?xml version="1.0" encoding="utf-8"?>
<a:theme xmlns:a="http://schemas.openxmlformats.org/drawingml/2006/main" name="Tema1">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35">
      <a:majorFont>
        <a:latin typeface="Arial Nova"/>
        <a:ea typeface=""/>
        <a:cs typeface=""/>
      </a:majorFont>
      <a:minorFont>
        <a:latin typeface="Arial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49129449_TF89547415_Win32.potx" id="{46EEA7D2-7E3C-47B5-A23D-402A53F50365}" vid="{6AFB994C-FCA3-4624-B29C-AA8E63A14593}"/>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D975AF8-B1C6-436B-A274-2C3ADC779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24273A0-A4DF-47AA-BF1F-8758123399CE}">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182F651C-E5DA-470F-A6A6-D70E9A5EBFB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Presentación anual impactante</Template>
  <TotalTime>3084</TotalTime>
  <Words>1143</Words>
  <Application>Microsoft Office PowerPoint</Application>
  <PresentationFormat>Panorámica</PresentationFormat>
  <Paragraphs>235</Paragraphs>
  <Slides>21</Slides>
  <Notes>19</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21</vt:i4>
      </vt:variant>
    </vt:vector>
  </HeadingPairs>
  <TitlesOfParts>
    <vt:vector size="27" baseType="lpstr">
      <vt:lpstr>Amasis MT Pro Medium</vt:lpstr>
      <vt:lpstr>Arial</vt:lpstr>
      <vt:lpstr>Arial Nova</vt:lpstr>
      <vt:lpstr>Calibri</vt:lpstr>
      <vt:lpstr>Wingdings</vt:lpstr>
      <vt:lpstr>Tema1</vt:lpstr>
      <vt:lpstr>Capital humano, desigualdad y desarrollo económico Evidencia comparada para 12 países (2005-2022) </vt:lpstr>
      <vt:lpstr>Hipótesis Principal</vt:lpstr>
      <vt:lpstr>Base de datos</vt:lpstr>
      <vt:lpstr> </vt:lpstr>
      <vt:lpstr>Estadísticas descriptivas de las variables principales</vt:lpstr>
      <vt:lpstr>Principales hallazgos</vt:lpstr>
      <vt:lpstr>Distribución de variables</vt:lpstr>
      <vt:lpstr>Datos faltantes y outliers</vt:lpstr>
      <vt:lpstr> </vt:lpstr>
      <vt:lpstr>Comparación entre regiones</vt:lpstr>
      <vt:lpstr>Desigualdad y desarrollo económico</vt:lpstr>
      <vt:lpstr>Desigualdad y desarrollo económico</vt:lpstr>
      <vt:lpstr>Educación y desarrollo económico</vt:lpstr>
      <vt:lpstr>Educación y desarrollo económico</vt:lpstr>
      <vt:lpstr>Test t pareado</vt:lpstr>
      <vt:lpstr>Test t pareado</vt:lpstr>
      <vt:lpstr>Regresión múltiple</vt:lpstr>
      <vt:lpstr>ANOVA</vt:lpstr>
      <vt:lpstr>Regresión múltiple</vt:lpstr>
      <vt:lpstr>Conclusiones finales</vt:lpstr>
      <vt:lpstr>Próximos pasos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Nayla Pajello</dc:creator>
  <cp:lastModifiedBy>Nayla Pajello</cp:lastModifiedBy>
  <cp:revision>1</cp:revision>
  <dcterms:created xsi:type="dcterms:W3CDTF">2026-06-22T00:15:19Z</dcterms:created>
  <dcterms:modified xsi:type="dcterms:W3CDTF">2026-06-24T03:39:35Z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